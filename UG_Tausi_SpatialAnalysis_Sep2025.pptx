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20"/>
  </p:notesMasterIdLst>
  <p:handoutMasterIdLst>
    <p:handoutMasterId r:id="rId21"/>
  </p:handoutMasterIdLst>
  <p:sldIdLst>
    <p:sldId id="358" r:id="rId6"/>
    <p:sldId id="360" r:id="rId7"/>
    <p:sldId id="369" r:id="rId8"/>
    <p:sldId id="359" r:id="rId9"/>
    <p:sldId id="373" r:id="rId10"/>
    <p:sldId id="377" r:id="rId11"/>
    <p:sldId id="361" r:id="rId12"/>
    <p:sldId id="372" r:id="rId13"/>
    <p:sldId id="366" r:id="rId14"/>
    <p:sldId id="367" r:id="rId15"/>
    <p:sldId id="374" r:id="rId16"/>
    <p:sldId id="370" r:id="rId17"/>
    <p:sldId id="362" r:id="rId18"/>
    <p:sldId id="354" r:id="rId19"/>
  </p:sldIdLst>
  <p:sldSz cx="12192000" cy="6858000"/>
  <p:notesSz cx="6797675" cy="9926638"/>
  <p:embeddedFontLst>
    <p:embeddedFont>
      <p:font typeface="ShellHeavy" panose="00000700000000000000" pitchFamily="2" charset="0"/>
      <p:bold r:id="rId22"/>
    </p:embeddedFont>
    <p:embeddedFont>
      <p:font typeface="ShellMedium" panose="00000600000000000000" pitchFamily="2" charset="0"/>
      <p:regular r:id="rId23"/>
    </p:embeddedFont>
  </p:embeddedFont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732DE3-83A7-B30D-3DC4-3413B307442E}" v="2" dt="2025-09-04T11:56:36.7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5" autoAdjust="0"/>
    <p:restoredTop sz="92442" autoAdjust="0"/>
  </p:normalViewPr>
  <p:slideViewPr>
    <p:cSldViewPr snapToGrid="0" snapToObjects="1" showGuides="1">
      <p:cViewPr varScale="1">
        <p:scale>
          <a:sx n="63" d="100"/>
          <a:sy n="63" d="100"/>
        </p:scale>
        <p:origin x="764" y="5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80" d="100"/>
        <a:sy n="180" d="100"/>
      </p:scale>
      <p:origin x="0" y="0"/>
    </p:cViewPr>
  </p:sorterViewPr>
  <p:notesViewPr>
    <p:cSldViewPr snapToGrid="0" snapToObjects="1" showGuides="1">
      <p:cViewPr varScale="1">
        <p:scale>
          <a:sx n="62" d="100"/>
          <a:sy n="62" d="100"/>
        </p:scale>
        <p:origin x="3240" y="6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font" Target="fonts/font2.fntdata"/><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27" Type="http://schemas.openxmlformats.org/officeDocument/2006/relationships/tableStyles" Target="tableStyles.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GB" dirty="0">
              <a:latin typeface="ShellMedium" panose="00000600000000000000" pitchFamily="50" charset="0"/>
            </a:endParaRPr>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78688C09-A274-4C07-9395-CBE67C0DE912}" type="datetimeFigureOut">
              <a:rPr lang="en-GB" smtClean="0">
                <a:latin typeface="ShellMedium" panose="00000600000000000000" pitchFamily="50" charset="0"/>
              </a:rPr>
              <a:pPr/>
              <a:t>04/09/2025</a:t>
            </a:fld>
            <a:endParaRPr lang="en-GB" dirty="0">
              <a:latin typeface="ShellMedium" panose="00000600000000000000" pitchFamily="50" charset="0"/>
            </a:endParaRPr>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GB" dirty="0">
              <a:latin typeface="ShellMedium" panose="00000600000000000000" pitchFamily="50" charset="0"/>
            </a:endParaRP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18B005D9-1AAC-4E6D-B9B3-BB8CB4FD9D30}" type="slidenum">
              <a:rPr lang="en-GB" smtClean="0">
                <a:latin typeface="ShellMedium" panose="00000600000000000000" pitchFamily="50" charset="0"/>
              </a:rPr>
              <a:pPr/>
              <a:t>‹#›</a:t>
            </a:fld>
            <a:endParaRPr lang="en-GB" dirty="0">
              <a:latin typeface="ShellMedium" panose="00000600000000000000" pitchFamily="50"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atin typeface="Futura Medium" pitchFamily="2" charset="0"/>
              </a:defRPr>
            </a:lvl1pPr>
          </a:lstStyle>
          <a:p>
            <a:endParaRPr lang="en-GB" dirty="0">
              <a:latin typeface="ShellMedium" panose="00000600000000000000" pitchFamily="50" charset="0"/>
            </a:endParaRPr>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atin typeface="Futura Medium" pitchFamily="2" charset="0"/>
              </a:defRPr>
            </a:lvl1pPr>
          </a:lstStyle>
          <a:p>
            <a:fld id="{E8910CE4-810D-4C84-B7AD-48C304FEA169}" type="datetimeFigureOut">
              <a:rPr lang="en-GB" smtClean="0">
                <a:latin typeface="ShellMedium" panose="00000600000000000000" pitchFamily="50" charset="0"/>
              </a:rPr>
              <a:pPr/>
              <a:t>04/09/2025</a:t>
            </a:fld>
            <a:endParaRPr lang="en-GB" dirty="0">
              <a:latin typeface="ShellMedium" panose="00000600000000000000" pitchFamily="50" charset="0"/>
            </a:endParaRPr>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GB" dirty="0">
              <a:latin typeface="ShellMedium" panose="00000600000000000000" pitchFamily="50" charset="0"/>
            </a:endParaRPr>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atin typeface="Futura Medium" pitchFamily="2" charset="0"/>
              </a:defRPr>
            </a:lvl1pPr>
          </a:lstStyle>
          <a:p>
            <a:endParaRPr lang="en-GB" dirty="0">
              <a:latin typeface="ShellMedium" panose="00000600000000000000" pitchFamily="50" charset="0"/>
            </a:endParaRPr>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atin typeface="Futura Medium" pitchFamily="2" charset="0"/>
              </a:defRPr>
            </a:lvl1pPr>
          </a:lstStyle>
          <a:p>
            <a:fld id="{DE799493-6412-4470-9830-D005B358D66E}" type="slidenum">
              <a:rPr lang="en-GB" smtClean="0">
                <a:latin typeface="ShellMedium" panose="00000600000000000000" pitchFamily="50" charset="0"/>
              </a:rPr>
              <a:pPr/>
              <a:t>‹#›</a:t>
            </a:fld>
            <a:endParaRPr lang="en-GB" dirty="0">
              <a:latin typeface="ShellMedium" panose="00000600000000000000" pitchFamily="50" charset="0"/>
            </a:endParaRPr>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ShellMedium" panose="00000600000000000000" pitchFamily="50" charset="0"/>
        <a:ea typeface="+mn-ea"/>
        <a:cs typeface="+mn-cs"/>
      </a:defRPr>
    </a:lvl1pPr>
    <a:lvl2pPr marL="609585" algn="l" defTabSz="1219170" rtl="0" eaLnBrk="1" latinLnBrk="0" hangingPunct="1">
      <a:defRPr sz="1600" kern="1200">
        <a:solidFill>
          <a:schemeClr val="tx1"/>
        </a:solidFill>
        <a:latin typeface="ShellMedium" panose="00000600000000000000" pitchFamily="50" charset="0"/>
        <a:ea typeface="+mn-ea"/>
        <a:cs typeface="+mn-cs"/>
      </a:defRPr>
    </a:lvl2pPr>
    <a:lvl3pPr marL="1219170" algn="l" defTabSz="1219170" rtl="0" eaLnBrk="1" latinLnBrk="0" hangingPunct="1">
      <a:defRPr sz="1600" kern="1200">
        <a:solidFill>
          <a:schemeClr val="tx1"/>
        </a:solidFill>
        <a:latin typeface="ShellMedium" panose="00000600000000000000" pitchFamily="50" charset="0"/>
        <a:ea typeface="+mn-ea"/>
        <a:cs typeface="+mn-cs"/>
      </a:defRPr>
    </a:lvl3pPr>
    <a:lvl4pPr marL="1828754" algn="l" defTabSz="1219170" rtl="0" eaLnBrk="1" latinLnBrk="0" hangingPunct="1">
      <a:defRPr sz="1600" kern="1200">
        <a:solidFill>
          <a:schemeClr val="tx1"/>
        </a:solidFill>
        <a:latin typeface="ShellMedium" panose="00000600000000000000" pitchFamily="50" charset="0"/>
        <a:ea typeface="+mn-ea"/>
        <a:cs typeface="+mn-cs"/>
      </a:defRPr>
    </a:lvl4pPr>
    <a:lvl5pPr marL="2438339" algn="l" defTabSz="1219170" rtl="0" eaLnBrk="1" latinLnBrk="0" hangingPunct="1">
      <a:defRPr sz="1600" kern="1200">
        <a:solidFill>
          <a:schemeClr val="tx1"/>
        </a:solidFill>
        <a:latin typeface="ShellMedium" panose="00000600000000000000" pitchFamily="50"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DE799493-6412-4470-9830-D005B358D66E}" type="slidenum">
              <a:rPr lang="en-GB" smtClean="0">
                <a:latin typeface="ShellMedium" panose="00000600000000000000" pitchFamily="50" charset="0"/>
              </a:rPr>
              <a:pPr/>
              <a:t>1</a:t>
            </a:fld>
            <a:endParaRPr lang="en-GB" dirty="0">
              <a:latin typeface="ShellMedium" panose="00000600000000000000" pitchFamily="50" charset="0"/>
            </a:endParaRPr>
          </a:p>
        </p:txBody>
      </p:sp>
    </p:spTree>
    <p:extLst>
      <p:ext uri="{BB962C8B-B14F-4D97-AF65-F5344CB8AC3E}">
        <p14:creationId xmlns:p14="http://schemas.microsoft.com/office/powerpoint/2010/main" val="2079927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92A8-F77F-7231-29D0-256AC4B48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88DE8-EE6A-64A0-D56A-43172A6B9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E35A9-138D-E750-B361-860C0F8EE178}"/>
              </a:ext>
            </a:extLst>
          </p:cNvPr>
          <p:cNvSpPr>
            <a:spLocks noGrp="1"/>
          </p:cNvSpPr>
          <p:nvPr>
            <p:ph type="body" idx="1"/>
          </p:nvPr>
        </p:nvSpPr>
        <p:spPr/>
        <p:txBody>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7D0A482C-C8B4-DA70-E5A2-4E74DB48C3D6}"/>
              </a:ext>
            </a:extLst>
          </p:cNvPr>
          <p:cNvSpPr>
            <a:spLocks noGrp="1"/>
          </p:cNvSpPr>
          <p:nvPr>
            <p:ph type="sldNum" sz="quarter" idx="10"/>
          </p:nvPr>
        </p:nvSpPr>
        <p:spPr/>
        <p:txBody>
          <a:bodyPr/>
          <a:lstStyle/>
          <a:p>
            <a:fld id="{DE799493-6412-4470-9830-D005B358D66E}" type="slidenum">
              <a:rPr lang="en-GB" smtClean="0">
                <a:latin typeface="ShellMedium" panose="00000600000000000000" pitchFamily="50" charset="0"/>
              </a:rPr>
              <a:pPr/>
              <a:t>6</a:t>
            </a:fld>
            <a:endParaRPr lang="en-GB" dirty="0">
              <a:latin typeface="ShellMedium" panose="00000600000000000000" pitchFamily="50" charset="0"/>
            </a:endParaRPr>
          </a:p>
        </p:txBody>
      </p:sp>
    </p:spTree>
    <p:extLst>
      <p:ext uri="{BB962C8B-B14F-4D97-AF65-F5344CB8AC3E}">
        <p14:creationId xmlns:p14="http://schemas.microsoft.com/office/powerpoint/2010/main" val="4231541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DE799493-6412-4470-9830-D005B358D66E}" type="slidenum">
              <a:rPr lang="en-GB" smtClean="0">
                <a:latin typeface="ShellMedium" panose="00000600000000000000" pitchFamily="50" charset="0"/>
              </a:rPr>
              <a:pPr/>
              <a:t>14</a:t>
            </a:fld>
            <a:endParaRPr lang="en-GB" dirty="0">
              <a:latin typeface="ShellMedium" panose="00000600000000000000" pitchFamily="50" charset="0"/>
            </a:endParaRPr>
          </a:p>
        </p:txBody>
      </p:sp>
    </p:spTree>
    <p:extLst>
      <p:ext uri="{BB962C8B-B14F-4D97-AF65-F5344CB8AC3E}">
        <p14:creationId xmlns:p14="http://schemas.microsoft.com/office/powerpoint/2010/main" val="27469808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724"/>
            <a:ext cx="12193293" cy="6857276"/>
          </a:xfrm>
          <a:prstGeom prst="rect">
            <a:avLst/>
          </a:prstGeom>
        </p:spPr>
      </p:pic>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28" name="Rectangle 2"/>
          <p:cNvSpPr>
            <a:spLocks noGrp="1" noChangeArrowheads="1"/>
          </p:cNvSpPr>
          <p:nvPr userDrawn="1">
            <p:ph type="ctrTitle"/>
          </p:nvPr>
        </p:nvSpPr>
        <p:spPr>
          <a:xfrm>
            <a:off x="766800" y="2754403"/>
            <a:ext cx="9973373" cy="918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29" name="Rectangle 3"/>
          <p:cNvSpPr>
            <a:spLocks noGrp="1" noChangeArrowheads="1"/>
          </p:cNvSpPr>
          <p:nvPr userDrawn="1">
            <p:ph type="subTitle" idx="1"/>
          </p:nvPr>
        </p:nvSpPr>
        <p:spPr>
          <a:xfrm>
            <a:off x="766800" y="3805856"/>
            <a:ext cx="9976548" cy="749808"/>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32" name="Text Placeholder 31"/>
          <p:cNvSpPr>
            <a:spLocks noGrp="1"/>
          </p:cNvSpPr>
          <p:nvPr userDrawn="1">
            <p:ph type="body" sz="quarter" idx="10" hasCustomPrompt="1"/>
          </p:nvPr>
        </p:nvSpPr>
        <p:spPr>
          <a:xfrm>
            <a:off x="766800" y="4832087"/>
            <a:ext cx="7871121"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33" name="Text Placeholder 31"/>
          <p:cNvSpPr>
            <a:spLocks noGrp="1"/>
          </p:cNvSpPr>
          <p:nvPr userDrawn="1">
            <p:ph type="body" sz="quarter" idx="11" hasCustomPrompt="1"/>
          </p:nvPr>
        </p:nvSpPr>
        <p:spPr>
          <a:xfrm>
            <a:off x="766800" y="5083916"/>
            <a:ext cx="7871121" cy="237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dirty="0"/>
              <a:t>Click to insert Role in Organisation</a:t>
            </a:r>
          </a:p>
        </p:txBody>
      </p:sp>
      <p:sp>
        <p:nvSpPr>
          <p:cNvPr id="2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8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Box 2" descr="CONFIDENTIAL_TAG_0xFFEE">
            <a:extLst>
              <a:ext uri="{FF2B5EF4-FFF2-40B4-BE49-F238E27FC236}">
                <a16:creationId xmlns:a16="http://schemas.microsoft.com/office/drawing/2014/main" id="{71F2B957-9C12-3319-18CA-02FACB67904B}"/>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4" pos="7357" userDrawn="1">
          <p15:clr>
            <a:srgbClr val="FBAE40"/>
          </p15:clr>
        </p15:guide>
        <p15:guide id="5" pos="1121" userDrawn="1">
          <p15:clr>
            <a:srgbClr val="FBAE40"/>
          </p15:clr>
        </p15:guide>
        <p15:guide id="6" orient="horz" pos="4074" userDrawn="1">
          <p15:clr>
            <a:srgbClr val="FBAE40"/>
          </p15:clr>
        </p15:guide>
        <p15:guide id="7"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2">
    <p:spTree>
      <p:nvGrpSpPr>
        <p:cNvPr id="1" name=""/>
        <p:cNvGrpSpPr/>
        <p:nvPr/>
      </p:nvGrpSpPr>
      <p:grpSpPr>
        <a:xfrm>
          <a:off x="0" y="0"/>
          <a:ext cx="0" cy="0"/>
          <a:chOff x="0" y="0"/>
          <a:chExt cx="0" cy="0"/>
        </a:xfrm>
      </p:grpSpPr>
      <p:sp>
        <p:nvSpPr>
          <p:cNvPr id="20" name="Rectangle 2"/>
          <p:cNvSpPr>
            <a:spLocks noGrp="1" noChangeArrowheads="1"/>
          </p:cNvSpPr>
          <p:nvPr>
            <p:ph type="ctrTitle"/>
          </p:nvPr>
        </p:nvSpPr>
        <p:spPr>
          <a:xfrm>
            <a:off x="765175" y="2286000"/>
            <a:ext cx="4143255" cy="1386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21" name="Rectangle 3"/>
          <p:cNvSpPr>
            <a:spLocks noGrp="1" noChangeArrowheads="1"/>
          </p:cNvSpPr>
          <p:nvPr>
            <p:ph type="subTitle" idx="1"/>
          </p:nvPr>
        </p:nvSpPr>
        <p:spPr>
          <a:xfrm>
            <a:off x="765175" y="3805200"/>
            <a:ext cx="4060821" cy="749808"/>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22" name="Text Placeholder 31"/>
          <p:cNvSpPr>
            <a:spLocks noGrp="1"/>
          </p:cNvSpPr>
          <p:nvPr>
            <p:ph type="body" sz="quarter" idx="10" hasCustomPrompt="1"/>
          </p:nvPr>
        </p:nvSpPr>
        <p:spPr>
          <a:xfrm>
            <a:off x="765175" y="4831200"/>
            <a:ext cx="4060821"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23" name="Text Placeholder 31"/>
          <p:cNvSpPr>
            <a:spLocks noGrp="1"/>
          </p:cNvSpPr>
          <p:nvPr>
            <p:ph type="body" sz="quarter" idx="11" hasCustomPrompt="1"/>
          </p:nvPr>
        </p:nvSpPr>
        <p:spPr>
          <a:xfrm>
            <a:off x="765175" y="5083200"/>
            <a:ext cx="4060821" cy="489785"/>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dirty="0"/>
              <a:t>Click to insert Role in Organisation</a:t>
            </a:r>
          </a:p>
        </p:txBody>
      </p:sp>
      <p:sp>
        <p:nvSpPr>
          <p:cNvPr id="30"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3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 name="Picture Placeholder 2"/>
          <p:cNvSpPr>
            <a:spLocks noGrp="1"/>
          </p:cNvSpPr>
          <p:nvPr userDrawn="1">
            <p:ph type="pic" sz="quarter" idx="12"/>
          </p:nvPr>
        </p:nvSpPr>
        <p:spPr bwMode="auto">
          <a:xfrm>
            <a:off x="5047384" y="1"/>
            <a:ext cx="7144616" cy="6359524"/>
          </a:xfrm>
          <a:custGeom>
            <a:avLst/>
            <a:gdLst>
              <a:gd name="connsiteX0" fmla="*/ 0 w 7141676"/>
              <a:gd name="connsiteY0" fmla="*/ 0 h 6316132"/>
              <a:gd name="connsiteX1" fmla="*/ 7141676 w 7141676"/>
              <a:gd name="connsiteY1" fmla="*/ 0 h 6316132"/>
              <a:gd name="connsiteX2" fmla="*/ 7141676 w 7141676"/>
              <a:gd name="connsiteY2" fmla="*/ 6316132 h 6316132"/>
              <a:gd name="connsiteX3" fmla="*/ 0 w 7141676"/>
              <a:gd name="connsiteY3" fmla="*/ 6316132 h 6316132"/>
              <a:gd name="connsiteX4" fmla="*/ 0 w 7141676"/>
              <a:gd name="connsiteY4" fmla="*/ 0 h 6316132"/>
              <a:gd name="connsiteX0" fmla="*/ 2940 w 7144616"/>
              <a:gd name="connsiteY0" fmla="*/ 0 h 6316132"/>
              <a:gd name="connsiteX1" fmla="*/ 7144616 w 7144616"/>
              <a:gd name="connsiteY1" fmla="*/ 0 h 6316132"/>
              <a:gd name="connsiteX2" fmla="*/ 7144616 w 7144616"/>
              <a:gd name="connsiteY2" fmla="*/ 6316132 h 6316132"/>
              <a:gd name="connsiteX3" fmla="*/ 2940 w 7144616"/>
              <a:gd name="connsiteY3" fmla="*/ 6316132 h 6316132"/>
              <a:gd name="connsiteX4" fmla="*/ 0 w 7144616"/>
              <a:gd name="connsiteY4" fmla="*/ 5779942 h 6316132"/>
              <a:gd name="connsiteX5" fmla="*/ 2940 w 7144616"/>
              <a:gd name="connsiteY5" fmla="*/ 0 h 6316132"/>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2940 w 7144616"/>
              <a:gd name="connsiteY4" fmla="*/ 6316132 h 6316773"/>
              <a:gd name="connsiteX5" fmla="*/ 0 w 7144616"/>
              <a:gd name="connsiteY5" fmla="*/ 5779942 h 6316773"/>
              <a:gd name="connsiteX6" fmla="*/ 2940 w 7144616"/>
              <a:gd name="connsiteY6"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7008"/>
              <a:gd name="connsiteX1" fmla="*/ 7144616 w 7144616"/>
              <a:gd name="connsiteY1" fmla="*/ 0 h 6317008"/>
              <a:gd name="connsiteX2" fmla="*/ 7144616 w 7144616"/>
              <a:gd name="connsiteY2" fmla="*/ 6316132 h 6317008"/>
              <a:gd name="connsiteX3" fmla="*/ 537870 w 7144616"/>
              <a:gd name="connsiteY3" fmla="*/ 6316773 h 6317008"/>
              <a:gd name="connsiteX4" fmla="*/ 0 w 7144616"/>
              <a:gd name="connsiteY4" fmla="*/ 5779942 h 6317008"/>
              <a:gd name="connsiteX5" fmla="*/ 2940 w 7144616"/>
              <a:gd name="connsiteY5" fmla="*/ 0 h 6317008"/>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4616" h="6316773">
                <a:moveTo>
                  <a:pt x="2940" y="0"/>
                </a:moveTo>
                <a:lnTo>
                  <a:pt x="7144616" y="0"/>
                </a:lnTo>
                <a:lnTo>
                  <a:pt x="7144616" y="6316132"/>
                </a:lnTo>
                <a:lnTo>
                  <a:pt x="537870" y="6316773"/>
                </a:lnTo>
                <a:cubicBezTo>
                  <a:pt x="214457" y="6313295"/>
                  <a:pt x="5024" y="6140981"/>
                  <a:pt x="0" y="5779942"/>
                </a:cubicBezTo>
                <a:lnTo>
                  <a:pt x="2940" y="0"/>
                </a:lnTo>
                <a:close/>
              </a:path>
            </a:pathLst>
          </a:custGeom>
          <a:noFill/>
          <a:ln w="9525" algn="ctr">
            <a:noFill/>
            <a:miter lim="800000"/>
            <a:headEnd/>
            <a:tailEnd/>
          </a:ln>
        </p:spPr>
        <p:txBody>
          <a:bodyPr/>
          <a:lstStyle>
            <a:lvl1pPr>
              <a:defRPr sz="2133"/>
            </a:lvl1pPr>
          </a:lstStyle>
          <a:p>
            <a:r>
              <a:rPr lang="en-GB"/>
              <a:t>Click icon to add picture</a:t>
            </a:r>
            <a:endParaRPr lang="en-GB" dirty="0"/>
          </a:p>
        </p:txBody>
      </p:sp>
      <p:sp>
        <p:nvSpPr>
          <p:cNvPr id="112"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13"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2" name="TextBox 1" descr="CONFIDENTIAL_TAG_0xFFEE">
            <a:extLst>
              <a:ext uri="{FF2B5EF4-FFF2-40B4-BE49-F238E27FC236}">
                <a16:creationId xmlns:a16="http://schemas.microsoft.com/office/drawing/2014/main" id="{A3B8DA07-EAA2-F676-1B5A-AED872A4959F}"/>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370520605"/>
      </p:ext>
    </p:extLst>
  </p:cSld>
  <p:clrMapOvr>
    <a:masterClrMapping/>
  </p:clrMapOvr>
  <p:transition/>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3">
    <p:spTree>
      <p:nvGrpSpPr>
        <p:cNvPr id="1" name=""/>
        <p:cNvGrpSpPr/>
        <p:nvPr/>
      </p:nvGrpSpPr>
      <p:grpSpPr>
        <a:xfrm>
          <a:off x="0" y="0"/>
          <a:ext cx="0" cy="0"/>
          <a:chOff x="0" y="0"/>
          <a:chExt cx="0" cy="0"/>
        </a:xfrm>
      </p:grpSpPr>
      <p:sp>
        <p:nvSpPr>
          <p:cNvPr id="3" name="Picture Placeholder 2"/>
          <p:cNvSpPr>
            <a:spLocks noGrp="1"/>
          </p:cNvSpPr>
          <p:nvPr userDrawn="1">
            <p:ph type="pic" sz="quarter" idx="12"/>
          </p:nvPr>
        </p:nvSpPr>
        <p:spPr bwMode="auto">
          <a:xfrm>
            <a:off x="5077731" y="1015519"/>
            <a:ext cx="7115469" cy="5344822"/>
          </a:xfrm>
          <a:custGeom>
            <a:avLst/>
            <a:gdLst>
              <a:gd name="connsiteX0" fmla="*/ 0 w 7113204"/>
              <a:gd name="connsiteY0" fmla="*/ 0 h 5343523"/>
              <a:gd name="connsiteX1" fmla="*/ 7113204 w 7113204"/>
              <a:gd name="connsiteY1" fmla="*/ 0 h 5343523"/>
              <a:gd name="connsiteX2" fmla="*/ 7113204 w 7113204"/>
              <a:gd name="connsiteY2" fmla="*/ 5343523 h 5343523"/>
              <a:gd name="connsiteX3" fmla="*/ 0 w 7113204"/>
              <a:gd name="connsiteY3" fmla="*/ 5343523 h 5343523"/>
              <a:gd name="connsiteX4" fmla="*/ 0 w 7113204"/>
              <a:gd name="connsiteY4" fmla="*/ 0 h 5343523"/>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0 w 7113204"/>
              <a:gd name="connsiteY4" fmla="*/ 5343523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0 w 7113204"/>
              <a:gd name="connsiteY4" fmla="*/ 5343523 h 5344338"/>
              <a:gd name="connsiteX5" fmla="*/ 1802 w 7113204"/>
              <a:gd name="connsiteY5" fmla="*/ 4810262 h 5344338"/>
              <a:gd name="connsiteX6" fmla="*/ 0 w 7113204"/>
              <a:gd name="connsiteY6"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453 h 5344791"/>
              <a:gd name="connsiteX1" fmla="*/ 519692 w 7113204"/>
              <a:gd name="connsiteY1" fmla="*/ 0 h 5344791"/>
              <a:gd name="connsiteX2" fmla="*/ 7113204 w 7113204"/>
              <a:gd name="connsiteY2" fmla="*/ 453 h 5344791"/>
              <a:gd name="connsiteX3" fmla="*/ 7113204 w 7113204"/>
              <a:gd name="connsiteY3" fmla="*/ 5343976 h 5344791"/>
              <a:gd name="connsiteX4" fmla="*/ 503508 w 7113204"/>
              <a:gd name="connsiteY4" fmla="*/ 5344791 h 5344791"/>
              <a:gd name="connsiteX5" fmla="*/ 1802 w 7113204"/>
              <a:gd name="connsiteY5" fmla="*/ 4810715 h 5344791"/>
              <a:gd name="connsiteX6" fmla="*/ 0 w 7113204"/>
              <a:gd name="connsiteY6" fmla="*/ 453 h 5344791"/>
              <a:gd name="connsiteX0" fmla="*/ 39320 w 7152524"/>
              <a:gd name="connsiteY0" fmla="*/ 48299 h 5392637"/>
              <a:gd name="connsiteX1" fmla="*/ 559012 w 7152524"/>
              <a:gd name="connsiteY1" fmla="*/ 47846 h 5392637"/>
              <a:gd name="connsiteX2" fmla="*/ 7152524 w 7152524"/>
              <a:gd name="connsiteY2" fmla="*/ 48299 h 5392637"/>
              <a:gd name="connsiteX3" fmla="*/ 7152524 w 7152524"/>
              <a:gd name="connsiteY3" fmla="*/ 5391822 h 5392637"/>
              <a:gd name="connsiteX4" fmla="*/ 542828 w 7152524"/>
              <a:gd name="connsiteY4" fmla="*/ 5392637 h 5392637"/>
              <a:gd name="connsiteX5" fmla="*/ 41122 w 7152524"/>
              <a:gd name="connsiteY5" fmla="*/ 4858561 h 5392637"/>
              <a:gd name="connsiteX6" fmla="*/ 37076 w 7152524"/>
              <a:gd name="connsiteY6" fmla="*/ 496955 h 5392637"/>
              <a:gd name="connsiteX7" fmla="*/ 39320 w 7152524"/>
              <a:gd name="connsiteY7" fmla="*/ 48299 h 5392637"/>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84805 w 7300253"/>
              <a:gd name="connsiteY0" fmla="*/ 449109 h 5344791"/>
              <a:gd name="connsiteX1" fmla="*/ 706741 w 7300253"/>
              <a:gd name="connsiteY1" fmla="*/ 0 h 5344791"/>
              <a:gd name="connsiteX2" fmla="*/ 7300253 w 7300253"/>
              <a:gd name="connsiteY2" fmla="*/ 453 h 5344791"/>
              <a:gd name="connsiteX3" fmla="*/ 7300253 w 7300253"/>
              <a:gd name="connsiteY3" fmla="*/ 5343976 h 5344791"/>
              <a:gd name="connsiteX4" fmla="*/ 690557 w 7300253"/>
              <a:gd name="connsiteY4" fmla="*/ 5344791 h 5344791"/>
              <a:gd name="connsiteX5" fmla="*/ 188851 w 7300253"/>
              <a:gd name="connsiteY5" fmla="*/ 4810715 h 5344791"/>
              <a:gd name="connsiteX6" fmla="*/ 184805 w 7300253"/>
              <a:gd name="connsiteY6" fmla="*/ 449109 h 5344791"/>
              <a:gd name="connsiteX0" fmla="*/ 155498 w 7270946"/>
              <a:gd name="connsiteY0" fmla="*/ 497244 h 5392926"/>
              <a:gd name="connsiteX1" fmla="*/ 677434 w 7270946"/>
              <a:gd name="connsiteY1" fmla="*/ 48135 h 5392926"/>
              <a:gd name="connsiteX2" fmla="*/ 7270946 w 7270946"/>
              <a:gd name="connsiteY2" fmla="*/ 48588 h 5392926"/>
              <a:gd name="connsiteX3" fmla="*/ 7270946 w 7270946"/>
              <a:gd name="connsiteY3" fmla="*/ 5392111 h 5392926"/>
              <a:gd name="connsiteX4" fmla="*/ 661250 w 7270946"/>
              <a:gd name="connsiteY4" fmla="*/ 5392926 h 5392926"/>
              <a:gd name="connsiteX5" fmla="*/ 159544 w 7270946"/>
              <a:gd name="connsiteY5" fmla="*/ 4858850 h 5392926"/>
              <a:gd name="connsiteX6" fmla="*/ 155498 w 7270946"/>
              <a:gd name="connsiteY6" fmla="*/ 497244 h 5392926"/>
              <a:gd name="connsiteX0" fmla="*/ 37199 w 7152647"/>
              <a:gd name="connsiteY0" fmla="*/ 527190 h 5422872"/>
              <a:gd name="connsiteX1" fmla="*/ 559135 w 7152647"/>
              <a:gd name="connsiteY1" fmla="*/ 78081 h 5422872"/>
              <a:gd name="connsiteX2" fmla="*/ 7152647 w 7152647"/>
              <a:gd name="connsiteY2" fmla="*/ 78534 h 5422872"/>
              <a:gd name="connsiteX3" fmla="*/ 7152647 w 7152647"/>
              <a:gd name="connsiteY3" fmla="*/ 5422057 h 5422872"/>
              <a:gd name="connsiteX4" fmla="*/ 542951 w 7152647"/>
              <a:gd name="connsiteY4" fmla="*/ 5422872 h 5422872"/>
              <a:gd name="connsiteX5" fmla="*/ 41245 w 7152647"/>
              <a:gd name="connsiteY5" fmla="*/ 4888796 h 5422872"/>
              <a:gd name="connsiteX6" fmla="*/ 37199 w 7152647"/>
              <a:gd name="connsiteY6" fmla="*/ 527190 h 5422872"/>
              <a:gd name="connsiteX0" fmla="*/ 27 w 7115475"/>
              <a:gd name="connsiteY0" fmla="*/ 522980 h 5418662"/>
              <a:gd name="connsiteX1" fmla="*/ 521963 w 7115475"/>
              <a:gd name="connsiteY1" fmla="*/ 73871 h 5418662"/>
              <a:gd name="connsiteX2" fmla="*/ 7115475 w 7115475"/>
              <a:gd name="connsiteY2" fmla="*/ 74324 h 5418662"/>
              <a:gd name="connsiteX3" fmla="*/ 7115475 w 7115475"/>
              <a:gd name="connsiteY3" fmla="*/ 5417847 h 5418662"/>
              <a:gd name="connsiteX4" fmla="*/ 505779 w 7115475"/>
              <a:gd name="connsiteY4" fmla="*/ 5418662 h 5418662"/>
              <a:gd name="connsiteX5" fmla="*/ 4073 w 7115475"/>
              <a:gd name="connsiteY5" fmla="*/ 4884586 h 5418662"/>
              <a:gd name="connsiteX6" fmla="*/ 27 w 7115475"/>
              <a:gd name="connsiteY6" fmla="*/ 522980 h 5418662"/>
              <a:gd name="connsiteX0" fmla="*/ 161 w 7115609"/>
              <a:gd name="connsiteY0" fmla="*/ 449127 h 5344809"/>
              <a:gd name="connsiteX1" fmla="*/ 522097 w 7115609"/>
              <a:gd name="connsiteY1" fmla="*/ 18 h 5344809"/>
              <a:gd name="connsiteX2" fmla="*/ 7115609 w 7115609"/>
              <a:gd name="connsiteY2" fmla="*/ 471 h 5344809"/>
              <a:gd name="connsiteX3" fmla="*/ 7115609 w 7115609"/>
              <a:gd name="connsiteY3" fmla="*/ 5343994 h 5344809"/>
              <a:gd name="connsiteX4" fmla="*/ 505913 w 7115609"/>
              <a:gd name="connsiteY4" fmla="*/ 5344809 h 5344809"/>
              <a:gd name="connsiteX5" fmla="*/ 4207 w 7115609"/>
              <a:gd name="connsiteY5" fmla="*/ 4810733 h 5344809"/>
              <a:gd name="connsiteX6" fmla="*/ 161 w 7115609"/>
              <a:gd name="connsiteY6" fmla="*/ 449127 h 5344809"/>
              <a:gd name="connsiteX0" fmla="*/ 196 w 7115644"/>
              <a:gd name="connsiteY0" fmla="*/ 449124 h 5344806"/>
              <a:gd name="connsiteX1" fmla="*/ 522132 w 7115644"/>
              <a:gd name="connsiteY1" fmla="*/ 15 h 5344806"/>
              <a:gd name="connsiteX2" fmla="*/ 7115644 w 7115644"/>
              <a:gd name="connsiteY2" fmla="*/ 468 h 5344806"/>
              <a:gd name="connsiteX3" fmla="*/ 7115644 w 7115644"/>
              <a:gd name="connsiteY3" fmla="*/ 5343991 h 5344806"/>
              <a:gd name="connsiteX4" fmla="*/ 505948 w 7115644"/>
              <a:gd name="connsiteY4" fmla="*/ 5344806 h 5344806"/>
              <a:gd name="connsiteX5" fmla="*/ 4242 w 7115644"/>
              <a:gd name="connsiteY5" fmla="*/ 4810730 h 5344806"/>
              <a:gd name="connsiteX6" fmla="*/ 196 w 7115644"/>
              <a:gd name="connsiteY6" fmla="*/ 449124 h 5344806"/>
              <a:gd name="connsiteX0" fmla="*/ 196 w 7115644"/>
              <a:gd name="connsiteY0" fmla="*/ 449132 h 5344814"/>
              <a:gd name="connsiteX1" fmla="*/ 522132 w 7115644"/>
              <a:gd name="connsiteY1" fmla="*/ 23 h 5344814"/>
              <a:gd name="connsiteX2" fmla="*/ 7115644 w 7115644"/>
              <a:gd name="connsiteY2" fmla="*/ 476 h 5344814"/>
              <a:gd name="connsiteX3" fmla="*/ 7115644 w 7115644"/>
              <a:gd name="connsiteY3" fmla="*/ 5343999 h 5344814"/>
              <a:gd name="connsiteX4" fmla="*/ 505948 w 7115644"/>
              <a:gd name="connsiteY4" fmla="*/ 5344814 h 5344814"/>
              <a:gd name="connsiteX5" fmla="*/ 4242 w 7115644"/>
              <a:gd name="connsiteY5" fmla="*/ 4810738 h 5344814"/>
              <a:gd name="connsiteX6" fmla="*/ 196 w 7115644"/>
              <a:gd name="connsiteY6" fmla="*/ 449132 h 5344814"/>
              <a:gd name="connsiteX0" fmla="*/ 21 w 7115469"/>
              <a:gd name="connsiteY0" fmla="*/ 449140 h 5344822"/>
              <a:gd name="connsiteX1" fmla="*/ 521957 w 7115469"/>
              <a:gd name="connsiteY1" fmla="*/ 31 h 5344822"/>
              <a:gd name="connsiteX2" fmla="*/ 7115469 w 7115469"/>
              <a:gd name="connsiteY2" fmla="*/ 484 h 5344822"/>
              <a:gd name="connsiteX3" fmla="*/ 7115469 w 7115469"/>
              <a:gd name="connsiteY3" fmla="*/ 5344007 h 5344822"/>
              <a:gd name="connsiteX4" fmla="*/ 505773 w 7115469"/>
              <a:gd name="connsiteY4" fmla="*/ 5344822 h 5344822"/>
              <a:gd name="connsiteX5" fmla="*/ 4067 w 7115469"/>
              <a:gd name="connsiteY5" fmla="*/ 4810746 h 5344822"/>
              <a:gd name="connsiteX6" fmla="*/ 21 w 7115469"/>
              <a:gd name="connsiteY6" fmla="*/ 449140 h 534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5469" h="5344822">
                <a:moveTo>
                  <a:pt x="21" y="449140"/>
                </a:moveTo>
                <a:cubicBezTo>
                  <a:pt x="-2303" y="101747"/>
                  <a:pt x="197851" y="-2068"/>
                  <a:pt x="521957" y="31"/>
                </a:cubicBezTo>
                <a:lnTo>
                  <a:pt x="7115469" y="484"/>
                </a:lnTo>
                <a:lnTo>
                  <a:pt x="7115469" y="5344007"/>
                </a:lnTo>
                <a:lnTo>
                  <a:pt x="505773" y="5344822"/>
                </a:lnTo>
                <a:cubicBezTo>
                  <a:pt x="180743" y="5344822"/>
                  <a:pt x="1369" y="5166796"/>
                  <a:pt x="4067" y="4810746"/>
                </a:cubicBezTo>
                <a:cubicBezTo>
                  <a:pt x="4741" y="4820187"/>
                  <a:pt x="2345" y="796533"/>
                  <a:pt x="21" y="449140"/>
                </a:cubicBezTo>
                <a:close/>
              </a:path>
            </a:pathLst>
          </a:custGeom>
          <a:noFill/>
          <a:ln w="9525" algn="ctr">
            <a:noFill/>
            <a:miter lim="800000"/>
            <a:headEnd/>
            <a:tailEnd/>
          </a:ln>
        </p:spPr>
        <p:txBody>
          <a:bodyPr/>
          <a:lstStyle>
            <a:lvl1pPr>
              <a:defRPr sz="2133"/>
            </a:lvl1pPr>
          </a:lstStyle>
          <a:p>
            <a:r>
              <a:rPr lang="en-GB"/>
              <a:t>Click icon to add picture</a:t>
            </a:r>
            <a:endParaRPr lang="en-GB" dirty="0"/>
          </a:p>
        </p:txBody>
      </p:sp>
      <p:sp>
        <p:nvSpPr>
          <p:cNvPr id="107" name="Rectangle 6" descr="Rectangle 6"/>
          <p:cNvSpPr>
            <a:spLocks noGrp="1" noChangeArrowheads="1"/>
          </p:cNvSpPr>
          <p:nvPr userDrawn="1">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userDrawn="1">
            <p:ph type="ctrTitle"/>
          </p:nvPr>
        </p:nvSpPr>
        <p:spPr>
          <a:xfrm>
            <a:off x="766800" y="2286000"/>
            <a:ext cx="4141630" cy="1386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103" name="Rectangle 3"/>
          <p:cNvSpPr>
            <a:spLocks noGrp="1" noChangeArrowheads="1"/>
          </p:cNvSpPr>
          <p:nvPr userDrawn="1">
            <p:ph type="subTitle" idx="1"/>
          </p:nvPr>
        </p:nvSpPr>
        <p:spPr>
          <a:xfrm>
            <a:off x="766800" y="3805199"/>
            <a:ext cx="4036789" cy="748800"/>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104" name="Text Placeholder 31"/>
          <p:cNvSpPr>
            <a:spLocks noGrp="1"/>
          </p:cNvSpPr>
          <p:nvPr userDrawn="1">
            <p:ph type="body" sz="quarter" idx="10" hasCustomPrompt="1"/>
          </p:nvPr>
        </p:nvSpPr>
        <p:spPr>
          <a:xfrm>
            <a:off x="766800" y="4831200"/>
            <a:ext cx="4043018"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105" name="Text Placeholder 31"/>
          <p:cNvSpPr>
            <a:spLocks noGrp="1"/>
          </p:cNvSpPr>
          <p:nvPr userDrawn="1">
            <p:ph type="body" sz="quarter" idx="11" hasCustomPrompt="1"/>
          </p:nvPr>
        </p:nvSpPr>
        <p:spPr>
          <a:xfrm>
            <a:off x="766800" y="5083200"/>
            <a:ext cx="4043018" cy="489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noProof="1"/>
              <a:t>Click to insert Role in Organisation</a:t>
            </a:r>
          </a:p>
        </p:txBody>
      </p:sp>
      <p:sp>
        <p:nvSpPr>
          <p:cNvPr id="90" name="Rectangle 4" descr="Rectangle 4"/>
          <p:cNvSpPr>
            <a:spLocks noGrp="1" noChangeArrowheads="1"/>
          </p:cNvSpPr>
          <p:nvPr userDrawn="1">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88" name="Rectangle 5"/>
          <p:cNvSpPr>
            <a:spLocks noGrp="1" noChangeArrowheads="1"/>
          </p:cNvSpPr>
          <p:nvPr userDrawn="1">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BC9B90FB-151E-B4EE-FAF8-D26DEBD46043}"/>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755712602"/>
      </p:ext>
    </p:extLst>
  </p:cSld>
  <p:clrMapOvr>
    <a:masterClrMapping/>
  </p:clrMapOvr>
  <p:transition/>
  <p:hf hdr="0"/>
  <p:extLst>
    <p:ext uri="{DCECCB84-F9BA-43D5-87BE-67443E8EF086}">
      <p15:sldGuideLst xmlns:p15="http://schemas.microsoft.com/office/powerpoint/2012/main">
        <p15:guide id="1" orient="horz" pos="3058" userDrawn="1">
          <p15:clr>
            <a:srgbClr val="FBAE40"/>
          </p15:clr>
        </p15:guide>
        <p15:guide id="2" orient="horz" pos="2235" userDrawn="1">
          <p15:clr>
            <a:srgbClr val="FBAE40"/>
          </p15:clr>
        </p15:guide>
        <p15:guide id="3" orient="horz" pos="2562" userDrawn="1">
          <p15:clr>
            <a:srgbClr val="FBAE40"/>
          </p15:clr>
        </p15:guide>
        <p15:guide id="4" orient="horz" pos="29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4">
    <p:spTree>
      <p:nvGrpSpPr>
        <p:cNvPr id="1" name=""/>
        <p:cNvGrpSpPr/>
        <p:nvPr/>
      </p:nvGrpSpPr>
      <p:grpSpPr>
        <a:xfrm>
          <a:off x="0" y="0"/>
          <a:ext cx="0" cy="0"/>
          <a:chOff x="0" y="0"/>
          <a:chExt cx="0" cy="0"/>
        </a:xfrm>
      </p:grpSpPr>
      <p:sp>
        <p:nvSpPr>
          <p:cNvPr id="3" name="Picture Placeholder 2" descr="&lt;ignore&gt;"/>
          <p:cNvSpPr>
            <a:spLocks noGrp="1"/>
          </p:cNvSpPr>
          <p:nvPr>
            <p:ph type="pic" sz="quarter" idx="12"/>
          </p:nvPr>
        </p:nvSpPr>
        <p:spPr bwMode="auto">
          <a:xfrm>
            <a:off x="0" y="0"/>
            <a:ext cx="12194723" cy="6857999"/>
          </a:xfrm>
          <a:prstGeom prst="rect">
            <a:avLst/>
          </a:prstGeom>
          <a:noFill/>
          <a:ln w="9525" algn="ctr">
            <a:noFill/>
            <a:miter lim="800000"/>
            <a:headEnd/>
            <a:tailEnd/>
          </a:ln>
        </p:spPr>
        <p:txBody>
          <a:bodyPr/>
          <a:lstStyle>
            <a:lvl1pPr>
              <a:defRPr sz="2133"/>
            </a:lvl1pPr>
          </a:lstStyle>
          <a:p>
            <a:r>
              <a:rPr lang="en-GB"/>
              <a:t>Click icon to add picture</a:t>
            </a:r>
            <a:endParaRPr lang="en-GB" dirty="0"/>
          </a:p>
        </p:txBody>
      </p:sp>
      <p:sp>
        <p:nvSpPr>
          <p:cNvPr id="107"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p:ph type="ctrTitle"/>
          </p:nvPr>
        </p:nvSpPr>
        <p:spPr>
          <a:xfrm>
            <a:off x="766800" y="2754000"/>
            <a:ext cx="9972000" cy="918000"/>
          </a:xfrm>
          <a:noFill/>
        </p:spPr>
        <p:txBody>
          <a:bodyPr lIns="0" tIns="0" rIns="0" anchor="b" anchorCtr="0"/>
          <a:lstStyle>
            <a:lvl1pPr>
              <a:lnSpc>
                <a:spcPct val="10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103" name="Rectangle 3"/>
          <p:cNvSpPr>
            <a:spLocks noGrp="1" noChangeArrowheads="1"/>
          </p:cNvSpPr>
          <p:nvPr>
            <p:ph type="subTitle" idx="1"/>
          </p:nvPr>
        </p:nvSpPr>
        <p:spPr>
          <a:xfrm>
            <a:off x="766800" y="3805200"/>
            <a:ext cx="9975600" cy="748800"/>
          </a:xfrm>
        </p:spPr>
        <p:txBody>
          <a:bodyPr anchor="t" anchorCtr="0"/>
          <a:lstStyle>
            <a:lvl1pPr marL="0" indent="0">
              <a:lnSpc>
                <a:spcPct val="9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104" name="Text Placeholder 31"/>
          <p:cNvSpPr>
            <a:spLocks noGrp="1"/>
          </p:cNvSpPr>
          <p:nvPr>
            <p:ph type="body" sz="quarter" idx="10" hasCustomPrompt="1"/>
          </p:nvPr>
        </p:nvSpPr>
        <p:spPr>
          <a:xfrm>
            <a:off x="766800" y="4831200"/>
            <a:ext cx="7869600"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105" name="Text Placeholder 31"/>
          <p:cNvSpPr>
            <a:spLocks noGrp="1"/>
          </p:cNvSpPr>
          <p:nvPr>
            <p:ph type="body" sz="quarter" idx="11" hasCustomPrompt="1"/>
          </p:nvPr>
        </p:nvSpPr>
        <p:spPr>
          <a:xfrm>
            <a:off x="766800" y="5083200"/>
            <a:ext cx="7869600" cy="237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noProof="1"/>
              <a:t>Click to insert Role in Organisation</a:t>
            </a:r>
          </a:p>
        </p:txBody>
      </p:sp>
      <p:sp>
        <p:nvSpPr>
          <p:cNvPr id="9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8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F520164A-CAF1-C15B-7ADE-2D6A33EF01EB}"/>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2590869577"/>
      </p:ext>
    </p:extLst>
  </p:cSld>
  <p:clrMapOvr>
    <a:masterClrMapping/>
  </p:clrMapOvr>
  <p:transition/>
  <p:hf hdr="0"/>
  <p:extLst>
    <p:ext uri="{DCECCB84-F9BA-43D5-87BE-67443E8EF086}">
      <p15:sldGuideLst xmlns:p15="http://schemas.microsoft.com/office/powerpoint/2012/main">
        <p15:guide id="1" orient="horz" pos="3058">
          <p15:clr>
            <a:srgbClr val="FBAE40"/>
          </p15:clr>
        </p15:guide>
        <p15:guide id="2" orient="horz" pos="22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endParaRPr lang="en-GB" noProof="0" dirty="0"/>
          </a:p>
        </p:txBody>
      </p:sp>
      <p:sp>
        <p:nvSpPr>
          <p:cNvPr id="10" name="Content Placeholder 9"/>
          <p:cNvSpPr>
            <a:spLocks noGrp="1"/>
          </p:cNvSpPr>
          <p:nvPr>
            <p:ph sz="quarter" idx="11"/>
          </p:nvPr>
        </p:nvSpPr>
        <p:spPr>
          <a:xfrm>
            <a:off x="765174" y="1665288"/>
            <a:ext cx="109140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AB7CC952-8983-2CB3-F789-FF962DBAA70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1" orient="horz" pos="2160" userDrawn="1">
          <p15:clr>
            <a:srgbClr val="FBAE40"/>
          </p15:clr>
        </p15:guide>
        <p15:guide id="2" orient="horz" pos="8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Option 2">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4330" r="49252"/>
          <a:stretch/>
        </p:blipFill>
        <p:spPr>
          <a:xfrm>
            <a:off x="8571903" y="-8626"/>
            <a:ext cx="3620097" cy="6824568"/>
          </a:xfrm>
          <a:prstGeom prst="rect">
            <a:avLst/>
          </a:prstGeom>
        </p:spPr>
      </p:pic>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endParaRPr lang="en-GB" noProof="0" dirty="0"/>
          </a:p>
        </p:txBody>
      </p:sp>
      <p:sp>
        <p:nvSpPr>
          <p:cNvPr id="10" name="Content Placeholder 9"/>
          <p:cNvSpPr>
            <a:spLocks noGrp="1"/>
          </p:cNvSpPr>
          <p:nvPr>
            <p:ph sz="quarter" idx="11"/>
          </p:nvPr>
        </p:nvSpPr>
        <p:spPr>
          <a:xfrm>
            <a:off x="765174" y="1665288"/>
            <a:ext cx="109140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extLst>
      <p:ext uri="{BB962C8B-B14F-4D97-AF65-F5344CB8AC3E}">
        <p14:creationId xmlns:p14="http://schemas.microsoft.com/office/powerpoint/2010/main" val="1758761515"/>
      </p:ext>
    </p:extLst>
  </p:cSld>
  <p:clrMapOvr>
    <a:masterClrMapping/>
  </p:clrMapOvr>
  <p:transition/>
  <p:hf hdr="0"/>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Full Screen Image">
    <p:spTree>
      <p:nvGrpSpPr>
        <p:cNvPr id="1" name=""/>
        <p:cNvGrpSpPr/>
        <p:nvPr/>
      </p:nvGrpSpPr>
      <p:grpSpPr>
        <a:xfrm>
          <a:off x="0" y="0"/>
          <a:ext cx="0" cy="0"/>
          <a:chOff x="0" y="0"/>
          <a:chExt cx="0" cy="0"/>
        </a:xfrm>
      </p:grpSpPr>
      <p:sp>
        <p:nvSpPr>
          <p:cNvPr id="11" name="Picture Placeholder 2" descr="&lt;ignore&gt;"/>
          <p:cNvSpPr>
            <a:spLocks noGrp="1"/>
          </p:cNvSpPr>
          <p:nvPr>
            <p:ph type="pic" sz="quarter" idx="12"/>
          </p:nvPr>
        </p:nvSpPr>
        <p:spPr bwMode="auto">
          <a:xfrm>
            <a:off x="-2381" y="0"/>
            <a:ext cx="12194382" cy="6858000"/>
          </a:xfrm>
          <a:prstGeom prst="rect">
            <a:avLst/>
          </a:prstGeom>
          <a:noFill/>
          <a:ln w="3175" algn="ctr">
            <a:noFill/>
            <a:miter lim="800000"/>
            <a:headEnd/>
            <a:tailEnd/>
          </a:ln>
        </p:spPr>
        <p:txBody>
          <a:bodyPr/>
          <a:lstStyle>
            <a:lvl1pPr>
              <a:defRPr sz="2133"/>
            </a:lvl1pPr>
          </a:lstStyle>
          <a:p>
            <a:r>
              <a:rPr lang="en-GB"/>
              <a:t>Click icon to add picture</a:t>
            </a:r>
            <a:endParaRPr lang="en-GB" dirty="0"/>
          </a:p>
        </p:txBody>
      </p:sp>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endParaRPr lang="en-GB" noProof="0" dirty="0"/>
          </a:p>
        </p:txBody>
      </p:sp>
      <p:sp>
        <p:nvSpPr>
          <p:cNvPr id="10" name="Content Placeholder 9"/>
          <p:cNvSpPr>
            <a:spLocks noGrp="1"/>
          </p:cNvSpPr>
          <p:nvPr>
            <p:ph sz="quarter" idx="11"/>
          </p:nvPr>
        </p:nvSpPr>
        <p:spPr>
          <a:xfrm>
            <a:off x="765174" y="1665288"/>
            <a:ext cx="52117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843BA803-4BA1-470D-867D-9CC9A6257074}"/>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94005781"/>
      </p:ext>
    </p:extLst>
  </p:cSld>
  <p:clrMapOvr>
    <a:masterClrMapping/>
  </p:clrMapOvr>
  <p:transition/>
  <p:hf hdr="0"/>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799"/>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b="0" kern="1200" cap="none" baseline="0" noProof="0" dirty="0" smtClean="0">
                <a:solidFill>
                  <a:schemeClr val="tx1"/>
                </a:solidFill>
                <a:latin typeface="+mj-lt"/>
                <a:ea typeface="+mj-ea"/>
                <a:cs typeface="+mj-cs"/>
              </a:defRPr>
            </a:lvl1pPr>
          </a:lstStyle>
          <a:p>
            <a:pPr lvl="0"/>
            <a:r>
              <a:rPr lang="en-GB" noProof="0"/>
              <a:t>Click to edit Master title style</a:t>
            </a:r>
            <a:endParaRPr lang="en-GB" noProof="0" dirty="0"/>
          </a:p>
        </p:txBody>
      </p:sp>
      <p:sp>
        <p:nvSpPr>
          <p:cNvPr id="11" name="Content Placeholder 9"/>
          <p:cNvSpPr>
            <a:spLocks noGrp="1"/>
          </p:cNvSpPr>
          <p:nvPr>
            <p:ph sz="quarter" idx="11"/>
          </p:nvPr>
        </p:nvSpPr>
        <p:spPr>
          <a:xfrm>
            <a:off x="765174" y="1686556"/>
            <a:ext cx="10914063" cy="4672967"/>
          </a:xfrm>
        </p:spPr>
        <p:txBody>
          <a:bodyPr/>
          <a:lstStyle>
            <a:lvl1pPr marL="0" indent="0" defTabSz="357708">
              <a:lnSpc>
                <a:spcPct val="140000"/>
              </a:lnSpc>
              <a:spcBef>
                <a:spcPts val="0"/>
              </a:spcBef>
              <a:defRPr sz="1400"/>
            </a:lvl1pPr>
            <a:lvl2pPr marL="176400" indent="-176400" defTabSz="357708">
              <a:lnSpc>
                <a:spcPct val="140000"/>
              </a:lnSpc>
              <a:spcBef>
                <a:spcPts val="0"/>
              </a:spcBef>
              <a:defRPr sz="1400"/>
            </a:lvl2pPr>
            <a:lvl3pPr marL="354200" indent="-177800" defTabSz="357708">
              <a:lnSpc>
                <a:spcPct val="140000"/>
              </a:lnSpc>
              <a:spcBef>
                <a:spcPts val="0"/>
              </a:spcBef>
              <a:buClr>
                <a:schemeClr val="accent2"/>
              </a:buClr>
              <a:buSzPct val="100000"/>
              <a:buFont typeface="Wingdings" panose="05000000000000000000" pitchFamily="2" charset="2"/>
              <a:buChar char=""/>
              <a:defRPr sz="1400"/>
            </a:lvl3pPr>
            <a:lvl4pPr marL="532000" indent="-177800" defTabSz="357708">
              <a:lnSpc>
                <a:spcPct val="140000"/>
              </a:lnSpc>
              <a:spcBef>
                <a:spcPts val="0"/>
              </a:spcBef>
              <a:buClr>
                <a:schemeClr val="tx1"/>
              </a:buClr>
              <a:buSzPct val="100000"/>
              <a:buFont typeface="Wingdings" panose="05000000000000000000" pitchFamily="2" charset="2"/>
              <a:buChar char=""/>
              <a:defRPr sz="1200"/>
            </a:lvl4pPr>
            <a:lvl5pPr marL="684400" indent="-152400" defTabSz="357708">
              <a:lnSpc>
                <a:spcPct val="140000"/>
              </a:lnSpc>
              <a:spcBef>
                <a:spcPts val="0"/>
              </a:spcBef>
              <a:buClr>
                <a:schemeClr val="tx1"/>
              </a:buClr>
              <a:buSzPct val="100000"/>
              <a:buFont typeface="Wingdings" panose="05000000000000000000" pitchFamily="2" charset="2"/>
              <a:buChar char=""/>
              <a:tabLst/>
              <a:defRPr sz="1100"/>
            </a:lvl5pPr>
            <a:lvl6pPr marL="824100" indent="-139700" defTabSz="357708">
              <a:lnSpc>
                <a:spcPct val="140000"/>
              </a:lnSpc>
              <a:buClr>
                <a:schemeClr val="tx1"/>
              </a:buClr>
              <a:buSzPct val="100000"/>
              <a:buFont typeface="Wingdings" panose="05000000000000000000" pitchFamily="2" charset="2"/>
              <a:buChar char=""/>
              <a:defRPr sz="10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99D72A48-CA21-3172-AE5B-DBF9E948DBAA}"/>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31323" r="30139"/>
          <a:stretch/>
        </p:blipFill>
        <p:spPr>
          <a:xfrm>
            <a:off x="9440005" y="0"/>
            <a:ext cx="2764695" cy="2717799"/>
          </a:xfrm>
          <a:prstGeom prst="rect">
            <a:avLst/>
          </a:prstGeom>
        </p:spPr>
      </p:pic>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mj-lt"/>
                <a:ea typeface="+mj-ea"/>
                <a:cs typeface="+mj-cs"/>
              </a:defRPr>
            </a:lvl1pPr>
          </a:lstStyle>
          <a:p>
            <a:pPr lvl="0"/>
            <a:r>
              <a:rPr lang="en-GB"/>
              <a:t>Click to edit Master title style</a:t>
            </a:r>
            <a:endParaRPr lang="en-GB" dirty="0"/>
          </a:p>
        </p:txBody>
      </p:sp>
      <p:sp>
        <p:nvSpPr>
          <p:cNvPr id="10" name="Content Placeholder 14"/>
          <p:cNvSpPr>
            <a:spLocks noGrp="1"/>
          </p:cNvSpPr>
          <p:nvPr>
            <p:ph sz="quarter" idx="13"/>
          </p:nvPr>
        </p:nvSpPr>
        <p:spPr>
          <a:xfrm>
            <a:off x="6472014" y="1665288"/>
            <a:ext cx="5207223" cy="4694237"/>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Bef>
                <a:spcPts val="0"/>
              </a:spcBef>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2" name="Text Placeholder 43"/>
          <p:cNvSpPr>
            <a:spLocks noGrp="1"/>
          </p:cNvSpPr>
          <p:nvPr>
            <p:ph type="body" sz="quarter" idx="11"/>
          </p:nvPr>
        </p:nvSpPr>
        <p:spPr>
          <a:xfrm>
            <a:off x="765174" y="1665286"/>
            <a:ext cx="5211763" cy="4694239"/>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777A2ACC-646E-64A9-0D21-55DC60C06EAD}"/>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1" pos="3840" userDrawn="1">
          <p15:clr>
            <a:srgbClr val="FBAE40"/>
          </p15:clr>
        </p15:guide>
        <p15:guide id="2" pos="3765" userDrawn="1">
          <p15:clr>
            <a:srgbClr val="FBAE40"/>
          </p15:clr>
        </p15:guide>
        <p15:guide id="3" pos="391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dirty="0" smtClean="0">
                <a:latin typeface="+mj-lt"/>
              </a:defRPr>
            </a:lvl1pPr>
          </a:lstStyle>
          <a:p>
            <a:pPr lvl="0"/>
            <a:r>
              <a:rPr lang="en-GB"/>
              <a:t>Click to edit Master title style</a:t>
            </a:r>
            <a:endParaRPr lang="en-GB" dirty="0"/>
          </a:p>
        </p:txBody>
      </p:sp>
      <p:sp>
        <p:nvSpPr>
          <p:cNvPr id="10" name="Content Placeholder 14"/>
          <p:cNvSpPr>
            <a:spLocks noGrp="1"/>
          </p:cNvSpPr>
          <p:nvPr>
            <p:ph sz="quarter" idx="13"/>
          </p:nvPr>
        </p:nvSpPr>
        <p:spPr>
          <a:xfrm>
            <a:off x="6472014" y="1686556"/>
            <a:ext cx="5207224" cy="4672970"/>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Bef>
                <a:spcPts val="0"/>
              </a:spcBef>
              <a:spcAft>
                <a:spcPts val="0"/>
              </a:spcAft>
              <a:buClr>
                <a:schemeClr val="accent2"/>
              </a:buClr>
              <a:buSzPct val="75000"/>
              <a:buFont typeface="Wingdings" panose="05000000000000000000" pitchFamily="2" charset="2"/>
              <a:buChar char="¢"/>
              <a:defRPr sz="1400"/>
            </a:lvl2pPr>
            <a:lvl3pPr marL="354200" indent="-177800">
              <a:lnSpc>
                <a:spcPct val="140000"/>
              </a:lnSpc>
              <a:spcBef>
                <a:spcPts val="0"/>
              </a:spcBef>
              <a:spcAft>
                <a:spcPts val="0"/>
              </a:spcAft>
              <a:buClr>
                <a:schemeClr val="accent2"/>
              </a:buClr>
              <a:buFont typeface="Wingdings" panose="05000000000000000000" pitchFamily="2" charset="2"/>
              <a:buChar char=""/>
              <a:defRPr sz="1400"/>
            </a:lvl3pPr>
            <a:lvl4pPr marL="532000" indent="-177800">
              <a:lnSpc>
                <a:spcPct val="140000"/>
              </a:lnSpc>
              <a:spcBef>
                <a:spcPts val="0"/>
              </a:spcBef>
              <a:spcAft>
                <a:spcPts val="0"/>
              </a:spcAft>
              <a:buClr>
                <a:schemeClr val="tx1"/>
              </a:buClr>
              <a:buFont typeface="Wingdings" panose="05000000000000000000" pitchFamily="2" charset="2"/>
              <a:buChar char=""/>
              <a:defRPr sz="1400"/>
            </a:lvl4pPr>
            <a:lvl5pPr marL="684400" indent="-152400">
              <a:lnSpc>
                <a:spcPct val="140000"/>
              </a:lnSpc>
              <a:spcBef>
                <a:spcPts val="0"/>
              </a:spcBef>
              <a:spcAft>
                <a:spcPts val="0"/>
              </a:spcAft>
              <a:buClr>
                <a:schemeClr val="tx1"/>
              </a:buClr>
              <a:buFont typeface="Wingdings" panose="05000000000000000000" pitchFamily="2" charset="2"/>
              <a:buChar char=""/>
              <a:defRPr sz="1200"/>
            </a:lvl5pPr>
            <a:lvl6pPr marL="824100" indent="-139700">
              <a:lnSpc>
                <a:spcPct val="140000"/>
              </a:lnSpc>
              <a:spcBef>
                <a:spcPts val="0"/>
              </a:spcBef>
              <a:spcAft>
                <a:spcPts val="0"/>
              </a:spcAft>
              <a:buClr>
                <a:schemeClr val="tx1"/>
              </a:buClr>
              <a:buFont typeface="Wingdings" panose="05000000000000000000" pitchFamily="2" charset="2"/>
              <a:buChar char=""/>
              <a:tabLst/>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2" name="Text Placeholder 43"/>
          <p:cNvSpPr>
            <a:spLocks noGrp="1"/>
          </p:cNvSpPr>
          <p:nvPr>
            <p:ph type="body" sz="quarter" idx="11"/>
          </p:nvPr>
        </p:nvSpPr>
        <p:spPr>
          <a:xfrm>
            <a:off x="765174" y="1686554"/>
            <a:ext cx="5211763" cy="4672971"/>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Aft>
                <a:spcPts val="0"/>
              </a:spcAft>
              <a:buClr>
                <a:schemeClr val="accent2"/>
              </a:buClr>
              <a:buSzPct val="75000"/>
              <a:buFont typeface="Wingdings" panose="05000000000000000000" pitchFamily="2" charset="2"/>
              <a:buChar char="¢"/>
              <a:defRPr sz="1400"/>
            </a:lvl2pPr>
            <a:lvl3pPr marL="354200" indent="-177800">
              <a:lnSpc>
                <a:spcPct val="140000"/>
              </a:lnSpc>
              <a:spcAft>
                <a:spcPts val="0"/>
              </a:spcAft>
              <a:buClr>
                <a:schemeClr val="accent2"/>
              </a:buClr>
              <a:buFont typeface="Wingdings" panose="05000000000000000000" pitchFamily="2" charset="2"/>
              <a:buChar char=""/>
              <a:defRPr sz="1400"/>
            </a:lvl3pPr>
            <a:lvl4pPr marL="532000" indent="-177800">
              <a:lnSpc>
                <a:spcPct val="140000"/>
              </a:lnSpc>
              <a:spcAft>
                <a:spcPts val="0"/>
              </a:spcAft>
              <a:buClr>
                <a:schemeClr val="tx1"/>
              </a:buClr>
              <a:buFont typeface="Wingdings" panose="05000000000000000000" pitchFamily="2" charset="2"/>
              <a:buChar char=""/>
              <a:defRPr sz="1400"/>
            </a:lvl4pPr>
            <a:lvl5pPr marL="684400" indent="-152400">
              <a:lnSpc>
                <a:spcPct val="140000"/>
              </a:lnSpc>
              <a:spcBef>
                <a:spcPts val="0"/>
              </a:spcBef>
              <a:spcAft>
                <a:spcPts val="0"/>
              </a:spcAft>
              <a:buClr>
                <a:schemeClr val="tx1"/>
              </a:buClr>
              <a:buFont typeface="Wingdings" panose="05000000000000000000" pitchFamily="2" charset="2"/>
              <a:buChar char=""/>
              <a:defRPr sz="1200"/>
            </a:lvl5pPr>
            <a:lvl6pPr marL="824100" indent="-139700">
              <a:lnSpc>
                <a:spcPct val="140000"/>
              </a:lnSpc>
              <a:spcBef>
                <a:spcPts val="0"/>
              </a:spcBef>
              <a:spcAft>
                <a:spcPts val="0"/>
              </a:spcAft>
              <a:buClr>
                <a:schemeClr val="tx1"/>
              </a:buClr>
              <a:buFont typeface="Wingdings" panose="05000000000000000000" pitchFamily="2" charset="2"/>
              <a:buChar char=""/>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15DA5B1C-6399-DC94-4160-09ABA8442BF2}"/>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9" name="Picture Placeholder 2"/>
          <p:cNvSpPr>
            <a:spLocks noGrp="1"/>
          </p:cNvSpPr>
          <p:nvPr>
            <p:ph type="pic" sz="quarter" idx="12"/>
          </p:nvPr>
        </p:nvSpPr>
        <p:spPr bwMode="auto">
          <a:xfrm>
            <a:off x="5047384" y="0"/>
            <a:ext cx="7144616" cy="6857999"/>
          </a:xfrm>
          <a:custGeom>
            <a:avLst/>
            <a:gdLst>
              <a:gd name="connsiteX0" fmla="*/ 0 w 7141676"/>
              <a:gd name="connsiteY0" fmla="*/ 0 h 6316132"/>
              <a:gd name="connsiteX1" fmla="*/ 7141676 w 7141676"/>
              <a:gd name="connsiteY1" fmla="*/ 0 h 6316132"/>
              <a:gd name="connsiteX2" fmla="*/ 7141676 w 7141676"/>
              <a:gd name="connsiteY2" fmla="*/ 6316132 h 6316132"/>
              <a:gd name="connsiteX3" fmla="*/ 0 w 7141676"/>
              <a:gd name="connsiteY3" fmla="*/ 6316132 h 6316132"/>
              <a:gd name="connsiteX4" fmla="*/ 0 w 7141676"/>
              <a:gd name="connsiteY4" fmla="*/ 0 h 6316132"/>
              <a:gd name="connsiteX0" fmla="*/ 2940 w 7144616"/>
              <a:gd name="connsiteY0" fmla="*/ 0 h 6316132"/>
              <a:gd name="connsiteX1" fmla="*/ 7144616 w 7144616"/>
              <a:gd name="connsiteY1" fmla="*/ 0 h 6316132"/>
              <a:gd name="connsiteX2" fmla="*/ 7144616 w 7144616"/>
              <a:gd name="connsiteY2" fmla="*/ 6316132 h 6316132"/>
              <a:gd name="connsiteX3" fmla="*/ 2940 w 7144616"/>
              <a:gd name="connsiteY3" fmla="*/ 6316132 h 6316132"/>
              <a:gd name="connsiteX4" fmla="*/ 0 w 7144616"/>
              <a:gd name="connsiteY4" fmla="*/ 5779942 h 6316132"/>
              <a:gd name="connsiteX5" fmla="*/ 2940 w 7144616"/>
              <a:gd name="connsiteY5" fmla="*/ 0 h 6316132"/>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2940 w 7144616"/>
              <a:gd name="connsiteY4" fmla="*/ 6316132 h 6316773"/>
              <a:gd name="connsiteX5" fmla="*/ 0 w 7144616"/>
              <a:gd name="connsiteY5" fmla="*/ 5779942 h 6316773"/>
              <a:gd name="connsiteX6" fmla="*/ 2940 w 7144616"/>
              <a:gd name="connsiteY6"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7008"/>
              <a:gd name="connsiteX1" fmla="*/ 7144616 w 7144616"/>
              <a:gd name="connsiteY1" fmla="*/ 0 h 6317008"/>
              <a:gd name="connsiteX2" fmla="*/ 7144616 w 7144616"/>
              <a:gd name="connsiteY2" fmla="*/ 6316132 h 6317008"/>
              <a:gd name="connsiteX3" fmla="*/ 537870 w 7144616"/>
              <a:gd name="connsiteY3" fmla="*/ 6316773 h 6317008"/>
              <a:gd name="connsiteX4" fmla="*/ 0 w 7144616"/>
              <a:gd name="connsiteY4" fmla="*/ 5779942 h 6317008"/>
              <a:gd name="connsiteX5" fmla="*/ 2940 w 7144616"/>
              <a:gd name="connsiteY5" fmla="*/ 0 h 6317008"/>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4616" h="6316773">
                <a:moveTo>
                  <a:pt x="2940" y="0"/>
                </a:moveTo>
                <a:lnTo>
                  <a:pt x="7144616" y="0"/>
                </a:lnTo>
                <a:lnTo>
                  <a:pt x="7144616" y="6316132"/>
                </a:lnTo>
                <a:lnTo>
                  <a:pt x="537870" y="6316773"/>
                </a:lnTo>
                <a:cubicBezTo>
                  <a:pt x="214457" y="6313295"/>
                  <a:pt x="5024" y="6140981"/>
                  <a:pt x="0" y="5779942"/>
                </a:cubicBezTo>
                <a:lnTo>
                  <a:pt x="2940" y="0"/>
                </a:lnTo>
                <a:close/>
              </a:path>
            </a:pathLst>
          </a:custGeom>
          <a:noFill/>
          <a:ln w="9525" algn="ctr">
            <a:noFill/>
            <a:miter lim="800000"/>
            <a:headEnd/>
            <a:tailEnd/>
          </a:ln>
        </p:spPr>
        <p:txBody>
          <a:bodyPr/>
          <a:lstStyle>
            <a:lvl1pPr>
              <a:defRPr sz="2133"/>
            </a:lvl1pPr>
          </a:lstStyle>
          <a:p>
            <a:r>
              <a:rPr lang="en-GB"/>
              <a:t>Click icon to add picture</a:t>
            </a:r>
            <a:endParaRPr lang="en-GB" dirty="0"/>
          </a:p>
        </p:txBody>
      </p:sp>
      <p:sp>
        <p:nvSpPr>
          <p:cNvPr id="34" name="Rectangle 2"/>
          <p:cNvSpPr>
            <a:spLocks noGrp="1" noChangeArrowheads="1"/>
          </p:cNvSpPr>
          <p:nvPr>
            <p:ph type="title"/>
          </p:nvPr>
        </p:nvSpPr>
        <p:spPr bwMode="auto">
          <a:xfrm>
            <a:off x="508000" y="712800"/>
            <a:ext cx="4425244"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mj-lt"/>
                <a:ea typeface="+mj-ea"/>
                <a:cs typeface="+mj-cs"/>
              </a:defRPr>
            </a:lvl1pPr>
          </a:lstStyle>
          <a:p>
            <a:pPr lvl="0"/>
            <a:r>
              <a:rPr lang="en-GB"/>
              <a:t>Click to edit Master title style</a:t>
            </a:r>
            <a:endParaRPr lang="en-GB" dirty="0"/>
          </a:p>
        </p:txBody>
      </p:sp>
      <p:sp>
        <p:nvSpPr>
          <p:cNvPr id="12" name="Text Placeholder 43"/>
          <p:cNvSpPr>
            <a:spLocks noGrp="1"/>
          </p:cNvSpPr>
          <p:nvPr>
            <p:ph type="body" sz="quarter" idx="11"/>
          </p:nvPr>
        </p:nvSpPr>
        <p:spPr>
          <a:xfrm>
            <a:off x="765175" y="1665286"/>
            <a:ext cx="3829404" cy="4694239"/>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DD45C34D-45F7-14A7-C215-F89031FA4811}"/>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072813743"/>
      </p:ext>
    </p:extLst>
  </p:cSld>
  <p:clrMapOvr>
    <a:masterClrMapping/>
  </p:clrMapOvr>
  <p:transition/>
  <p:hf hdr="0"/>
  <p:extLst>
    <p:ext uri="{DCECCB84-F9BA-43D5-87BE-67443E8EF086}">
      <p15:sldGuideLst xmlns:p15="http://schemas.microsoft.com/office/powerpoint/2012/main">
        <p15:guide id="1" pos="3840">
          <p15:clr>
            <a:srgbClr val="FBAE40"/>
          </p15:clr>
        </p15:guide>
        <p15:guide id="2" pos="3765">
          <p15:clr>
            <a:srgbClr val="FBAE40"/>
          </p15:clr>
        </p15:guide>
        <p15:guide id="3" pos="39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Graphs">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dirty="0"/>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endParaRPr lang="en-GB" noProof="0" dirty="0"/>
          </a:p>
        </p:txBody>
      </p:sp>
      <p:sp>
        <p:nvSpPr>
          <p:cNvPr id="40" name="Content Placeholder 51"/>
          <p:cNvSpPr>
            <a:spLocks noGrp="1"/>
          </p:cNvSpPr>
          <p:nvPr>
            <p:ph sz="quarter" idx="46" hasCustomPrompt="1"/>
          </p:nvPr>
        </p:nvSpPr>
        <p:spPr>
          <a:xfrm>
            <a:off x="508000" y="4116538"/>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42" name="Chart Placeholder 16"/>
          <p:cNvSpPr>
            <a:spLocks noGrp="1"/>
          </p:cNvSpPr>
          <p:nvPr>
            <p:ph type="chart" sz="quarter" idx="47"/>
          </p:nvPr>
        </p:nvSpPr>
        <p:spPr>
          <a:xfrm>
            <a:off x="508000" y="4456229"/>
            <a:ext cx="5468938"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0" name="Content Placeholder 51"/>
          <p:cNvSpPr>
            <a:spLocks noGrp="1"/>
          </p:cNvSpPr>
          <p:nvPr>
            <p:ph sz="quarter" idx="55" hasCustomPrompt="1"/>
          </p:nvPr>
        </p:nvSpPr>
        <p:spPr>
          <a:xfrm>
            <a:off x="508000" y="1780690"/>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5" name="Content Placeholder 51"/>
          <p:cNvSpPr>
            <a:spLocks noGrp="1"/>
          </p:cNvSpPr>
          <p:nvPr>
            <p:ph sz="quarter" idx="58" hasCustomPrompt="1"/>
          </p:nvPr>
        </p:nvSpPr>
        <p:spPr>
          <a:xfrm>
            <a:off x="6215063" y="4116538"/>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7" name="Chart Placeholder 16"/>
          <p:cNvSpPr>
            <a:spLocks noGrp="1"/>
          </p:cNvSpPr>
          <p:nvPr>
            <p:ph type="chart" sz="quarter" idx="59"/>
          </p:nvPr>
        </p:nvSpPr>
        <p:spPr>
          <a:xfrm>
            <a:off x="6215063" y="4456229"/>
            <a:ext cx="54641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10" name="Content Placeholder 51"/>
          <p:cNvSpPr>
            <a:spLocks noGrp="1"/>
          </p:cNvSpPr>
          <p:nvPr>
            <p:ph sz="quarter" idx="61" hasCustomPrompt="1"/>
          </p:nvPr>
        </p:nvSpPr>
        <p:spPr>
          <a:xfrm>
            <a:off x="6215063" y="1780690"/>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FE41F6FF-BB30-E246-01C0-C1629296BA1F}"/>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raphs and Text">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dirty="0"/>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endParaRPr lang="en-GB" noProof="0" dirty="0"/>
          </a:p>
        </p:txBody>
      </p:sp>
      <p:sp>
        <p:nvSpPr>
          <p:cNvPr id="40" name="Content Placeholder 51"/>
          <p:cNvSpPr>
            <a:spLocks noGrp="1"/>
          </p:cNvSpPr>
          <p:nvPr>
            <p:ph sz="quarter" idx="46" hasCustomPrompt="1"/>
          </p:nvPr>
        </p:nvSpPr>
        <p:spPr>
          <a:xfrm>
            <a:off x="508000" y="4116538"/>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00" name="Content Placeholder 51"/>
          <p:cNvSpPr>
            <a:spLocks noGrp="1"/>
          </p:cNvSpPr>
          <p:nvPr>
            <p:ph sz="quarter" idx="55" hasCustomPrompt="1"/>
          </p:nvPr>
        </p:nvSpPr>
        <p:spPr>
          <a:xfrm>
            <a:off x="508000" y="1780690"/>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5" name="Content Placeholder 51"/>
          <p:cNvSpPr>
            <a:spLocks noGrp="1"/>
          </p:cNvSpPr>
          <p:nvPr>
            <p:ph sz="quarter" idx="58" hasCustomPrompt="1"/>
          </p:nvPr>
        </p:nvSpPr>
        <p:spPr>
          <a:xfrm>
            <a:off x="6215063" y="4116538"/>
            <a:ext cx="5464175"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10" name="Content Placeholder 51"/>
          <p:cNvSpPr>
            <a:spLocks noGrp="1"/>
          </p:cNvSpPr>
          <p:nvPr>
            <p:ph sz="quarter" idx="61" hasCustomPrompt="1"/>
          </p:nvPr>
        </p:nvSpPr>
        <p:spPr>
          <a:xfrm>
            <a:off x="6215063" y="1780690"/>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9" name="Content Placeholder 9"/>
          <p:cNvSpPr>
            <a:spLocks noGrp="1"/>
          </p:cNvSpPr>
          <p:nvPr>
            <p:ph sz="quarter" idx="11"/>
          </p:nvPr>
        </p:nvSpPr>
        <p:spPr>
          <a:xfrm>
            <a:off x="509312" y="4510882"/>
            <a:ext cx="546762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0" name="Content Placeholder 9"/>
          <p:cNvSpPr>
            <a:spLocks noGrp="1"/>
          </p:cNvSpPr>
          <p:nvPr>
            <p:ph sz="quarter" idx="63"/>
          </p:nvPr>
        </p:nvSpPr>
        <p:spPr>
          <a:xfrm>
            <a:off x="6215063" y="4510882"/>
            <a:ext cx="546762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TextBox 1" descr="CONFIDENTIAL_TAG_0xFFEE">
            <a:extLst>
              <a:ext uri="{FF2B5EF4-FFF2-40B4-BE49-F238E27FC236}">
                <a16:creationId xmlns:a16="http://schemas.microsoft.com/office/drawing/2014/main" id="{47E6BB43-E880-837A-5229-B39A9EAD6404}"/>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380717710"/>
      </p:ext>
    </p:extLst>
  </p:cSld>
  <p:clrMapOvr>
    <a:masterClrMapping/>
  </p:clrMapOvr>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Graphs and Text">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dirty="0"/>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endParaRPr lang="en-GB" noProof="0" dirty="0"/>
          </a:p>
        </p:txBody>
      </p:sp>
      <p:sp>
        <p:nvSpPr>
          <p:cNvPr id="40" name="Content Placeholder 51"/>
          <p:cNvSpPr>
            <a:spLocks noGrp="1"/>
          </p:cNvSpPr>
          <p:nvPr>
            <p:ph sz="quarter" idx="46" hasCustomPrompt="1"/>
          </p:nvPr>
        </p:nvSpPr>
        <p:spPr>
          <a:xfrm>
            <a:off x="507999" y="4116538"/>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00" name="Content Placeholder 51"/>
          <p:cNvSpPr>
            <a:spLocks noGrp="1"/>
          </p:cNvSpPr>
          <p:nvPr>
            <p:ph sz="quarter" idx="55" hasCustomPrompt="1"/>
          </p:nvPr>
        </p:nvSpPr>
        <p:spPr>
          <a:xfrm>
            <a:off x="507999" y="1780690"/>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2" name="Chart Placeholder 16"/>
          <p:cNvSpPr>
            <a:spLocks noGrp="1"/>
          </p:cNvSpPr>
          <p:nvPr>
            <p:ph type="chart" sz="quarter" idx="56"/>
          </p:nvPr>
        </p:nvSpPr>
        <p:spPr>
          <a:xfrm>
            <a:off x="507999" y="2120382"/>
            <a:ext cx="26066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5" name="Content Placeholder 51"/>
          <p:cNvSpPr>
            <a:spLocks noGrp="1"/>
          </p:cNvSpPr>
          <p:nvPr>
            <p:ph sz="quarter" idx="58" hasCustomPrompt="1"/>
          </p:nvPr>
        </p:nvSpPr>
        <p:spPr>
          <a:xfrm>
            <a:off x="6235536" y="4116538"/>
            <a:ext cx="2606400"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10" name="Content Placeholder 51"/>
          <p:cNvSpPr>
            <a:spLocks noGrp="1"/>
          </p:cNvSpPr>
          <p:nvPr>
            <p:ph sz="quarter" idx="61" hasCustomPrompt="1"/>
          </p:nvPr>
        </p:nvSpPr>
        <p:spPr>
          <a:xfrm>
            <a:off x="6235536" y="1780690"/>
            <a:ext cx="2606400"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12" name="Chart Placeholder 16"/>
          <p:cNvSpPr>
            <a:spLocks noGrp="1"/>
          </p:cNvSpPr>
          <p:nvPr>
            <p:ph type="chart" sz="quarter" idx="62"/>
          </p:nvPr>
        </p:nvSpPr>
        <p:spPr>
          <a:xfrm>
            <a:off x="6235536" y="2120382"/>
            <a:ext cx="2606400"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9" name="Content Placeholder 9"/>
          <p:cNvSpPr>
            <a:spLocks noGrp="1"/>
          </p:cNvSpPr>
          <p:nvPr>
            <p:ph sz="quarter" idx="11"/>
          </p:nvPr>
        </p:nvSpPr>
        <p:spPr>
          <a:xfrm>
            <a:off x="509312" y="4510882"/>
            <a:ext cx="2606050"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0" name="Content Placeholder 9"/>
          <p:cNvSpPr>
            <a:spLocks noGrp="1"/>
          </p:cNvSpPr>
          <p:nvPr>
            <p:ph sz="quarter" idx="63"/>
          </p:nvPr>
        </p:nvSpPr>
        <p:spPr>
          <a:xfrm>
            <a:off x="6235534" y="4510882"/>
            <a:ext cx="260804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1" name="Content Placeholder 51"/>
          <p:cNvSpPr>
            <a:spLocks noGrp="1"/>
          </p:cNvSpPr>
          <p:nvPr>
            <p:ph sz="quarter" idx="64" hasCustomPrompt="1"/>
          </p:nvPr>
        </p:nvSpPr>
        <p:spPr>
          <a:xfrm>
            <a:off x="3369575" y="4116538"/>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22" name="Content Placeholder 51"/>
          <p:cNvSpPr>
            <a:spLocks noGrp="1"/>
          </p:cNvSpPr>
          <p:nvPr>
            <p:ph sz="quarter" idx="65" hasCustomPrompt="1"/>
          </p:nvPr>
        </p:nvSpPr>
        <p:spPr>
          <a:xfrm>
            <a:off x="3369575" y="1780690"/>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23" name="Chart Placeholder 16"/>
          <p:cNvSpPr>
            <a:spLocks noGrp="1"/>
          </p:cNvSpPr>
          <p:nvPr>
            <p:ph type="chart" sz="quarter" idx="66"/>
          </p:nvPr>
        </p:nvSpPr>
        <p:spPr>
          <a:xfrm>
            <a:off x="3369575" y="2120382"/>
            <a:ext cx="26066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4" name="Content Placeholder 9"/>
          <p:cNvSpPr>
            <a:spLocks noGrp="1"/>
          </p:cNvSpPr>
          <p:nvPr>
            <p:ph sz="quarter" idx="67"/>
          </p:nvPr>
        </p:nvSpPr>
        <p:spPr>
          <a:xfrm>
            <a:off x="3370888" y="4510882"/>
            <a:ext cx="2606050"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7" name="Content Placeholder 51"/>
          <p:cNvSpPr>
            <a:spLocks noGrp="1"/>
          </p:cNvSpPr>
          <p:nvPr>
            <p:ph sz="quarter" idx="68" hasCustomPrompt="1"/>
          </p:nvPr>
        </p:nvSpPr>
        <p:spPr>
          <a:xfrm>
            <a:off x="9071193" y="4116538"/>
            <a:ext cx="2606400"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48" name="Content Placeholder 51"/>
          <p:cNvSpPr>
            <a:spLocks noGrp="1"/>
          </p:cNvSpPr>
          <p:nvPr>
            <p:ph sz="quarter" idx="69" hasCustomPrompt="1"/>
          </p:nvPr>
        </p:nvSpPr>
        <p:spPr>
          <a:xfrm>
            <a:off x="9071193" y="1780690"/>
            <a:ext cx="2606400"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49" name="Chart Placeholder 16"/>
          <p:cNvSpPr>
            <a:spLocks noGrp="1"/>
          </p:cNvSpPr>
          <p:nvPr>
            <p:ph type="chart" sz="quarter" idx="70"/>
          </p:nvPr>
        </p:nvSpPr>
        <p:spPr>
          <a:xfrm>
            <a:off x="9071193" y="2120382"/>
            <a:ext cx="2606400"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50" name="Content Placeholder 9"/>
          <p:cNvSpPr>
            <a:spLocks noGrp="1"/>
          </p:cNvSpPr>
          <p:nvPr>
            <p:ph sz="quarter" idx="71"/>
          </p:nvPr>
        </p:nvSpPr>
        <p:spPr>
          <a:xfrm>
            <a:off x="9071191" y="4510882"/>
            <a:ext cx="260804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TextBox 1" descr="CONFIDENTIAL_TAG_0xFFEE">
            <a:extLst>
              <a:ext uri="{FF2B5EF4-FFF2-40B4-BE49-F238E27FC236}">
                <a16:creationId xmlns:a16="http://schemas.microsoft.com/office/drawing/2014/main" id="{152C75AC-CF21-D751-ADAC-95F57C80EC6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787258848"/>
      </p:ext>
    </p:extLst>
  </p:cSld>
  <p:clrMapOvr>
    <a:masterClrMapping/>
  </p:clrMapOvr>
  <p:transition/>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01" name="Picture 100"/>
          <p:cNvPicPr>
            <a:picLocks noChangeAspect="1"/>
          </p:cNvPicPr>
          <p:nvPr userDrawn="1"/>
        </p:nvPicPr>
        <p:blipFill rotWithShape="1">
          <a:blip r:embed="rId2">
            <a:extLst>
              <a:ext uri="{28A0092B-C50C-407E-A947-70E740481C1C}">
                <a14:useLocalDpi xmlns:a14="http://schemas.microsoft.com/office/drawing/2010/main" val="0"/>
              </a:ext>
            </a:extLst>
          </a:blip>
          <a:srcRect l="4658" t="3243" r="26982"/>
          <a:stretch/>
        </p:blipFill>
        <p:spPr>
          <a:xfrm flipH="1">
            <a:off x="0" y="0"/>
            <a:ext cx="8067404" cy="6858000"/>
          </a:xfrm>
          <a:prstGeom prst="rect">
            <a:avLst/>
          </a:prstGeom>
        </p:spPr>
      </p:pic>
      <p:sp>
        <p:nvSpPr>
          <p:cNvPr id="18" name="Title 1"/>
          <p:cNvSpPr>
            <a:spLocks noGrp="1"/>
          </p:cNvSpPr>
          <p:nvPr>
            <p:ph type="title"/>
          </p:nvPr>
        </p:nvSpPr>
        <p:spPr>
          <a:xfrm>
            <a:off x="7601520" y="4826000"/>
            <a:ext cx="4077539" cy="895962"/>
          </a:xfrm>
          <a:prstGeom prst="rect">
            <a:avLst/>
          </a:prstGeom>
        </p:spPr>
        <p:txBody>
          <a:bodyPr lIns="0" tIns="0" rIns="0" bIns="0"/>
          <a:lstStyle>
            <a:lvl1pPr algn="l">
              <a:defRPr sz="1600" b="0" cap="none" baseline="0">
                <a:solidFill>
                  <a:schemeClr val="tx1"/>
                </a:solidFill>
                <a:latin typeface="+mn-lt"/>
              </a:defRPr>
            </a:lvl1pPr>
          </a:lstStyle>
          <a:p>
            <a:r>
              <a:rPr lang="en-GB"/>
              <a:t>Click to edit Master title style</a:t>
            </a:r>
            <a:endParaRPr lang="en-GB" dirty="0"/>
          </a:p>
        </p:txBody>
      </p:sp>
      <p:sp>
        <p:nvSpPr>
          <p:cNvPr id="25" name="Text Placeholder 2"/>
          <p:cNvSpPr>
            <a:spLocks noGrp="1"/>
          </p:cNvSpPr>
          <p:nvPr>
            <p:ph type="body" idx="1"/>
          </p:nvPr>
        </p:nvSpPr>
        <p:spPr>
          <a:xfrm>
            <a:off x="7601520" y="3258524"/>
            <a:ext cx="4077539" cy="1508861"/>
          </a:xfrm>
          <a:prstGeom prst="rect">
            <a:avLst/>
          </a:prstGeom>
        </p:spPr>
        <p:txBody>
          <a:bodyPr lIns="0" tIns="0" rIns="0" bIns="0" anchor="t" anchorCtr="0"/>
          <a:lstStyle>
            <a:lvl1pPr marL="0" indent="0">
              <a:lnSpc>
                <a:spcPct val="100000"/>
              </a:lnSpc>
              <a:spcAft>
                <a:spcPts val="0"/>
              </a:spcAft>
              <a:buNone/>
              <a:defRPr sz="3200" b="0" cap="none" baseline="0">
                <a:solidFill>
                  <a:schemeClr val="tx1"/>
                </a:solidFill>
                <a:latin typeface="+mj-lt"/>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Click to edit Master text styles</a:t>
            </a:r>
            <a:endParaRPr lang="en-GB" dirty="0"/>
          </a:p>
        </p:txBody>
      </p:sp>
      <p:sp>
        <p:nvSpPr>
          <p:cNvPr id="34" name="Text Placeholder 13"/>
          <p:cNvSpPr>
            <a:spLocks noGrp="1"/>
          </p:cNvSpPr>
          <p:nvPr>
            <p:ph type="body" sz="quarter" idx="13" hasCustomPrompt="1"/>
          </p:nvPr>
        </p:nvSpPr>
        <p:spPr bwMode="gray">
          <a:xfrm>
            <a:off x="7619994" y="1908483"/>
            <a:ext cx="2724653" cy="1123888"/>
          </a:xfrm>
          <a:prstGeom prst="rect">
            <a:avLst/>
          </a:prstGeom>
        </p:spPr>
        <p:txBody>
          <a:bodyPr lIns="0" tIns="0" rIns="0" bIns="0"/>
          <a:lstStyle>
            <a:lvl1pPr marL="0" algn="l" defTabSz="1219170" rtl="0" eaLnBrk="1" latinLnBrk="0" hangingPunct="1">
              <a:lnSpc>
                <a:spcPct val="100000"/>
              </a:lnSpc>
              <a:buClr>
                <a:srgbClr val="DD1D21"/>
              </a:buClr>
              <a:buSzPct val="85000"/>
              <a:buNone/>
              <a:tabLst>
                <a:tab pos="1081088" algn="l"/>
              </a:tabLst>
              <a:defRPr lang="en-GB" sz="7300" kern="10000" spc="-600" baseline="0" dirty="0">
                <a:ln w="3175">
                  <a:noFill/>
                </a:ln>
                <a:solidFill>
                  <a:schemeClr val="accent2"/>
                </a:solidFill>
                <a:latin typeface="ShellHeavy" panose="00000700000000000000" pitchFamily="2" charset="0"/>
                <a:ea typeface="ShellHeavy" panose="00000700000000000000" pitchFamily="2" charset="0"/>
                <a:cs typeface="ShellHeavy" panose="00000700000000000000" pitchFamily="2" charset="0"/>
              </a:defRPr>
            </a:lvl1pPr>
          </a:lstStyle>
          <a:p>
            <a:pPr lvl="0"/>
            <a:r>
              <a:rPr lang="en-GB" dirty="0"/>
              <a:t>0.1</a:t>
            </a:r>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5"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AB595CFE-A272-E082-F1FC-1154A0304F03}"/>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6" name="Rectangle 15"/>
          <p:cNvSpPr/>
          <p:nvPr userDrawn="1"/>
        </p:nvSpPr>
        <p:spPr bwMode="gray">
          <a:xfrm>
            <a:off x="-4046" y="483102"/>
            <a:ext cx="1394397" cy="184552"/>
          </a:xfrm>
          <a:prstGeom prst="rect">
            <a:avLst/>
          </a:prstGeom>
          <a:solidFill>
            <a:srgbClr val="FFFFFF"/>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32" name="Rectangle 31"/>
          <p:cNvSpPr/>
          <p:nvPr userDrawn="1"/>
        </p:nvSpPr>
        <p:spPr bwMode="white">
          <a:xfrm>
            <a:off x="501606" y="488935"/>
            <a:ext cx="1311092" cy="11880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3" name="Picture Placeholder 2"/>
          <p:cNvSpPr>
            <a:spLocks noGrp="1"/>
          </p:cNvSpPr>
          <p:nvPr>
            <p:ph type="pic" sz="quarter" idx="12"/>
          </p:nvPr>
        </p:nvSpPr>
        <p:spPr bwMode="auto">
          <a:xfrm>
            <a:off x="5578475" y="0"/>
            <a:ext cx="6616248" cy="6857999"/>
          </a:xfrm>
          <a:prstGeom prst="rect">
            <a:avLst/>
          </a:prstGeom>
          <a:noFill/>
          <a:ln w="9525" algn="ctr">
            <a:noFill/>
            <a:miter lim="800000"/>
            <a:headEnd/>
            <a:tailEnd/>
          </a:ln>
        </p:spPr>
        <p:txBody>
          <a:bodyPr/>
          <a:lstStyle>
            <a:lvl1pPr>
              <a:defRPr sz="2133"/>
            </a:lvl1pPr>
          </a:lstStyle>
          <a:p>
            <a:r>
              <a:rPr lang="en-GB"/>
              <a:t>Click icon to add picture</a:t>
            </a:r>
            <a:endParaRPr lang="en-GB" dirty="0"/>
          </a:p>
        </p:txBody>
      </p:sp>
      <p:sp>
        <p:nvSpPr>
          <p:cNvPr id="17" name="Rectangle 2"/>
          <p:cNvSpPr>
            <a:spLocks noGrp="1" noChangeArrowheads="1"/>
          </p:cNvSpPr>
          <p:nvPr>
            <p:ph type="ctrTitle"/>
          </p:nvPr>
        </p:nvSpPr>
        <p:spPr>
          <a:xfrm>
            <a:off x="765175" y="3258523"/>
            <a:ext cx="4066542" cy="1508861"/>
          </a:xfrm>
          <a:noFill/>
        </p:spPr>
        <p:txBody>
          <a:bodyPr lIns="0" tIns="0" rIns="0"/>
          <a:lstStyle>
            <a:lvl1pPr>
              <a:defRPr sz="320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19" name="Rectangle 3"/>
          <p:cNvSpPr>
            <a:spLocks noGrp="1" noChangeArrowheads="1"/>
          </p:cNvSpPr>
          <p:nvPr>
            <p:ph type="subTitle" idx="1"/>
          </p:nvPr>
        </p:nvSpPr>
        <p:spPr>
          <a:xfrm>
            <a:off x="772990" y="4826586"/>
            <a:ext cx="4066542" cy="895376"/>
          </a:xfrm>
        </p:spPr>
        <p:txBody>
          <a:bodyPr/>
          <a:lstStyle>
            <a:lvl1pPr marL="0" indent="0">
              <a:lnSpc>
                <a:spcPct val="90000"/>
              </a:lnSpc>
              <a:spcBef>
                <a:spcPct val="0"/>
              </a:spcBef>
              <a:spcAft>
                <a:spcPts val="0"/>
              </a:spcAft>
              <a:buFont typeface="Wingdings" pitchFamily="2" charset="2"/>
              <a:buNone/>
              <a:defRPr lang="en-GB" sz="1600" kern="1200" baseline="0" dirty="0">
                <a:solidFill>
                  <a:schemeClr val="tx1"/>
                </a:solidFill>
                <a:latin typeface="+mn-lt"/>
                <a:ea typeface="+mn-ea"/>
                <a:cs typeface="+mn-cs"/>
              </a:defRPr>
            </a:lvl1pPr>
          </a:lstStyle>
          <a:p>
            <a:r>
              <a:rPr lang="en-GB"/>
              <a:t>Click to edit Master subtitle style</a:t>
            </a:r>
            <a:endParaRPr lang="en-GB" dirty="0"/>
          </a:p>
        </p:txBody>
      </p:sp>
      <p:sp>
        <p:nvSpPr>
          <p:cNvPr id="1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2" name="TextBox 1" descr="CONFIDENTIAL_TAG_0xFFEE">
            <a:extLst>
              <a:ext uri="{FF2B5EF4-FFF2-40B4-BE49-F238E27FC236}">
                <a16:creationId xmlns:a16="http://schemas.microsoft.com/office/drawing/2014/main" id="{69C18BB0-5F66-310C-263C-48F11E66FB80}"/>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2291707099"/>
      </p:ext>
    </p:extLst>
  </p:cSld>
  <p:clrMapOvr>
    <a:masterClrMapping/>
  </p:clrMapOvr>
  <p:transition/>
  <p:hf hdr="0"/>
  <p:extLst>
    <p:ext uri="{DCECCB84-F9BA-43D5-87BE-67443E8EF086}">
      <p15:sldGuideLst xmlns:p15="http://schemas.microsoft.com/office/powerpoint/2012/main">
        <p15:guide id="1" orient="horz" pos="2160" userDrawn="1">
          <p15:clr>
            <a:srgbClr val="FBAE40"/>
          </p15:clr>
        </p15:guide>
        <p15:guide id="2" orient="horz" pos="2260" userDrawn="1">
          <p15:clr>
            <a:srgbClr val="FBAE40"/>
          </p15:clr>
        </p15:guide>
        <p15:guide id="3" orient="horz" pos="23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lnSpc>
                <a:spcPct val="100000"/>
              </a:lnSpc>
              <a:defRPr lang="en-US" sz="2400" b="0" kern="1200" cap="none" baseline="0" noProof="0" dirty="0" smtClean="0">
                <a:solidFill>
                  <a:schemeClr val="tx1"/>
                </a:solidFill>
                <a:latin typeface="+mj-lt"/>
                <a:ea typeface="+mj-ea"/>
                <a:cs typeface="+mj-cs"/>
              </a:defRPr>
            </a:lvl1pPr>
          </a:lstStyle>
          <a:p>
            <a:pPr lvl="0" algn="l" defTabSz="1219170" rtl="0" eaLnBrk="1" latinLnBrk="0" hangingPunct="1">
              <a:lnSpc>
                <a:spcPct val="95000"/>
              </a:lnSpc>
              <a:spcBef>
                <a:spcPct val="0"/>
              </a:spcBef>
              <a:buNone/>
            </a:pPr>
            <a:r>
              <a:rPr lang="en-GB"/>
              <a:t>Click to edit Master title style</a:t>
            </a:r>
            <a:endParaRPr lang="en-GB" dirty="0"/>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4"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7"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2" name="TextBox 1" descr="CONFIDENTIAL_TAG_0xFFEE">
            <a:extLst>
              <a:ext uri="{FF2B5EF4-FFF2-40B4-BE49-F238E27FC236}">
                <a16:creationId xmlns:a16="http://schemas.microsoft.com/office/drawing/2014/main" id="{4EE7A7F4-02D3-939F-6D0C-B2925ED89BAB}"/>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ation - Full Screen image">
    <p:spTree>
      <p:nvGrpSpPr>
        <p:cNvPr id="1" name=""/>
        <p:cNvGrpSpPr/>
        <p:nvPr/>
      </p:nvGrpSpPr>
      <p:grpSpPr>
        <a:xfrm>
          <a:off x="0" y="0"/>
          <a:ext cx="0" cy="0"/>
          <a:chOff x="0" y="0"/>
          <a:chExt cx="0" cy="0"/>
        </a:xfrm>
      </p:grpSpPr>
      <p:sp>
        <p:nvSpPr>
          <p:cNvPr id="6" name="Picture Placeholder 2" descr="&lt;ignore&gt;"/>
          <p:cNvSpPr>
            <a:spLocks noGrp="1"/>
          </p:cNvSpPr>
          <p:nvPr>
            <p:ph type="pic" sz="quarter" idx="12"/>
          </p:nvPr>
        </p:nvSpPr>
        <p:spPr bwMode="auto">
          <a:xfrm>
            <a:off x="0" y="0"/>
            <a:ext cx="12194382" cy="6858000"/>
          </a:xfrm>
          <a:prstGeom prst="rect">
            <a:avLst/>
          </a:prstGeom>
          <a:noFill/>
          <a:ln w="3175" algn="ctr">
            <a:noFill/>
            <a:miter lim="800000"/>
            <a:headEnd/>
            <a:tailEnd/>
          </a:ln>
        </p:spPr>
        <p:txBody>
          <a:bodyPr/>
          <a:lstStyle>
            <a:lvl1pPr>
              <a:defRPr sz="2133"/>
            </a:lvl1pPr>
          </a:lstStyle>
          <a:p>
            <a:r>
              <a:rPr lang="en-GB"/>
              <a:t>Click icon to add picture</a:t>
            </a:r>
            <a:endParaRPr lang="en-GB" dirty="0"/>
          </a:p>
        </p:txBody>
      </p:sp>
      <p:sp>
        <p:nvSpPr>
          <p:cNvPr id="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4"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6"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 Placeholder 2" descr="&lt;IGNORE&gt;" title="&lt;IGNORE&gt;"/>
          <p:cNvSpPr>
            <a:spLocks noGrp="1"/>
          </p:cNvSpPr>
          <p:nvPr>
            <p:ph type="body" sz="quarter" idx="13"/>
          </p:nvPr>
        </p:nvSpPr>
        <p:spPr>
          <a:xfrm>
            <a:off x="513179" y="1681888"/>
            <a:ext cx="11166561" cy="2861742"/>
          </a:xfrm>
        </p:spPr>
        <p:txBody>
          <a:bodyPr/>
          <a:lstStyle>
            <a:lvl1pPr>
              <a:lnSpc>
                <a:spcPct val="110000"/>
              </a:lnSpc>
              <a:defRPr lang="en-US" sz="3600" b="0" kern="1200" dirty="0" smtClean="0">
                <a:solidFill>
                  <a:schemeClr val="tx1"/>
                </a:solidFill>
                <a:latin typeface="+mj-lt"/>
                <a:ea typeface="+mn-ea"/>
                <a:cs typeface="+mn-cs"/>
              </a:defRPr>
            </a:lvl1pPr>
          </a:lstStyle>
          <a:p>
            <a:pPr lvl="0"/>
            <a:r>
              <a:rPr lang="en-GB"/>
              <a:t>Click to edit Master text styles</a:t>
            </a:r>
            <a:endParaRPr lang="en-GB" dirty="0"/>
          </a:p>
        </p:txBody>
      </p:sp>
      <p:sp>
        <p:nvSpPr>
          <p:cNvPr id="2" name="TextBox 1" descr="CONFIDENTIAL_TAG_0xFFEE">
            <a:extLst>
              <a:ext uri="{FF2B5EF4-FFF2-40B4-BE49-F238E27FC236}">
                <a16:creationId xmlns:a16="http://schemas.microsoft.com/office/drawing/2014/main" id="{7E4132E2-93EC-D3D4-7ED5-5AE84BE07B2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313662350"/>
      </p:ext>
    </p:extLst>
  </p:cSld>
  <p:clrMapOvr>
    <a:masterClrMapping/>
  </p:clrMapOvr>
  <p:transition/>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amp;A">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4235" t="4524"/>
          <a:stretch/>
        </p:blipFill>
        <p:spPr>
          <a:xfrm>
            <a:off x="0" y="0"/>
            <a:ext cx="12192000" cy="6858000"/>
          </a:xfrm>
          <a:prstGeom prst="rect">
            <a:avLst/>
          </a:prstGeom>
        </p:spPr>
      </p:pic>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t="21234" r="47297" b="27130"/>
          <a:stretch/>
        </p:blipFill>
        <p:spPr>
          <a:xfrm>
            <a:off x="5207633" y="0"/>
            <a:ext cx="6999607" cy="6858000"/>
          </a:xfrm>
          <a:prstGeom prst="rect">
            <a:avLst/>
          </a:prstGeom>
        </p:spPr>
      </p:pic>
      <p:sp>
        <p:nvSpPr>
          <p:cNvPr id="24" name="Title 1"/>
          <p:cNvSpPr>
            <a:spLocks noGrp="1"/>
          </p:cNvSpPr>
          <p:nvPr>
            <p:ph type="title" hasCustomPrompt="1"/>
          </p:nvPr>
        </p:nvSpPr>
        <p:spPr>
          <a:xfrm>
            <a:off x="766800" y="2344620"/>
            <a:ext cx="5187472" cy="1362075"/>
          </a:xfrm>
          <a:prstGeom prst="rect">
            <a:avLst/>
          </a:prstGeom>
        </p:spPr>
        <p:txBody>
          <a:bodyPr lIns="0" tIns="0" rIns="0" bIns="0"/>
          <a:lstStyle>
            <a:lvl1pPr algn="l">
              <a:defRPr sz="1400" b="0" cap="none" baseline="0">
                <a:solidFill>
                  <a:schemeClr val="tx1"/>
                </a:solidFill>
                <a:latin typeface="ShellMedium" panose="00000600000000000000" pitchFamily="2" charset="0"/>
              </a:defRPr>
            </a:lvl1pPr>
          </a:lstStyle>
          <a:p>
            <a:r>
              <a:rPr lang="en-GB" dirty="0"/>
              <a:t>Click to edit Master title style, if required</a:t>
            </a:r>
          </a:p>
        </p:txBody>
      </p:sp>
      <p:sp>
        <p:nvSpPr>
          <p:cNvPr id="25" name="Text Placeholder 2"/>
          <p:cNvSpPr>
            <a:spLocks noGrp="1"/>
          </p:cNvSpPr>
          <p:nvPr>
            <p:ph type="body" idx="1" hasCustomPrompt="1"/>
          </p:nvPr>
        </p:nvSpPr>
        <p:spPr>
          <a:xfrm>
            <a:off x="766800" y="723550"/>
            <a:ext cx="6375761" cy="1400214"/>
          </a:xfrm>
          <a:prstGeom prst="rect">
            <a:avLst/>
          </a:prstGeom>
        </p:spPr>
        <p:txBody>
          <a:bodyPr lIns="0" tIns="0" rIns="0" bIns="0" anchor="t" anchorCtr="0"/>
          <a:lstStyle>
            <a:lvl1pPr marL="0" indent="0">
              <a:lnSpc>
                <a:spcPct val="100000"/>
              </a:lnSpc>
              <a:spcAft>
                <a:spcPts val="0"/>
              </a:spcAft>
              <a:buNone/>
              <a:defRPr sz="9600" b="0" cap="none" baseline="0">
                <a:solidFill>
                  <a:schemeClr val="accent1"/>
                </a:solidFill>
                <a:latin typeface="ShellHeavy" panose="00000700000000000000" pitchFamily="2"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dirty="0"/>
              <a:t>Q&amp;A</a:t>
            </a:r>
          </a:p>
        </p:txBody>
      </p:sp>
      <p:sp>
        <p:nvSpPr>
          <p:cNvPr id="26" name="Rectangle 4" descr="Rectangle 4"/>
          <p:cNvSpPr>
            <a:spLocks noGrp="1" noChangeArrowheads="1"/>
          </p:cNvSpPr>
          <p:nvPr>
            <p:ph type="dt" sz="half" idx="2"/>
          </p:nvPr>
        </p:nvSpPr>
        <p:spPr bwMode="gray">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bg1"/>
                </a:solidFill>
                <a:latin typeface="+mn-lt"/>
                <a:ea typeface="+mn-ea"/>
                <a:cs typeface="Arial" pitchFamily="34" charset="0"/>
              </a:defRPr>
            </a:lvl1pPr>
          </a:lstStyle>
          <a:p>
            <a:pPr>
              <a:defRPr/>
            </a:pPr>
            <a:r>
              <a:rPr lang="en-GB" noProof="1"/>
              <a:t>May 2023</a:t>
            </a:r>
          </a:p>
        </p:txBody>
      </p:sp>
      <p:sp>
        <p:nvSpPr>
          <p:cNvPr id="27" name="Text Box 11" descr="&lt;COMPANY_NAME&gt;"/>
          <p:cNvSpPr txBox="1">
            <a:spLocks noChangeArrowheads="1"/>
          </p:cNvSpPr>
          <p:nvPr userDrawn="1"/>
        </p:nvSpPr>
        <p:spPr bwMode="gray">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bg1"/>
                </a:solidFill>
                <a:latin typeface="+mn-lt"/>
                <a:cs typeface="Arial" pitchFamily="34" charset="0"/>
              </a:rPr>
              <a:t>Copyright of Shell International B.V.</a:t>
            </a:r>
          </a:p>
        </p:txBody>
      </p:sp>
      <p:sp>
        <p:nvSpPr>
          <p:cNvPr id="28" name="Rectangle 6" descr="Rectangle 6"/>
          <p:cNvSpPr>
            <a:spLocks noGrp="1" noChangeArrowheads="1"/>
          </p:cNvSpPr>
          <p:nvPr>
            <p:ph type="sldNum" sz="quarter" idx="4"/>
          </p:nvPr>
        </p:nvSpPr>
        <p:spPr bwMode="gray">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bg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gray">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bg1"/>
                </a:solidFill>
                <a:latin typeface="+mn-lt"/>
                <a:cs typeface="Arial" pitchFamily="34" charset="0"/>
              </a:defRPr>
            </a:lvl1pPr>
          </a:lstStyle>
          <a:p>
            <a:pPr>
              <a:defRPr/>
            </a:pPr>
            <a:r>
              <a:rPr lang="en-GB" noProof="1"/>
              <a:t> </a:t>
            </a:r>
          </a:p>
        </p:txBody>
      </p:sp>
      <p:sp>
        <p:nvSpPr>
          <p:cNvPr id="3" name="TextBox 2" descr="CONFIDENTIAL_TAG_0xFFEE">
            <a:extLst>
              <a:ext uri="{FF2B5EF4-FFF2-40B4-BE49-F238E27FC236}">
                <a16:creationId xmlns:a16="http://schemas.microsoft.com/office/drawing/2014/main" id="{5B7BCA85-8707-6793-08BF-CBA237C3FBE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amp;A - Opttion 2">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t="21234" r="47297" b="27130"/>
          <a:stretch/>
        </p:blipFill>
        <p:spPr>
          <a:xfrm>
            <a:off x="5207633" y="0"/>
            <a:ext cx="6999607" cy="6858000"/>
          </a:xfrm>
          <a:prstGeom prst="rect">
            <a:avLst/>
          </a:prstGeom>
        </p:spPr>
      </p:pic>
      <p:sp>
        <p:nvSpPr>
          <p:cNvPr id="24" name="Title 1"/>
          <p:cNvSpPr>
            <a:spLocks noGrp="1"/>
          </p:cNvSpPr>
          <p:nvPr>
            <p:ph type="title" hasCustomPrompt="1"/>
          </p:nvPr>
        </p:nvSpPr>
        <p:spPr>
          <a:xfrm>
            <a:off x="766800" y="4169538"/>
            <a:ext cx="5187472" cy="1362075"/>
          </a:xfrm>
          <a:prstGeom prst="rect">
            <a:avLst/>
          </a:prstGeom>
        </p:spPr>
        <p:txBody>
          <a:bodyPr lIns="0" tIns="0" rIns="0" bIns="0"/>
          <a:lstStyle>
            <a:lvl1pPr algn="l">
              <a:defRPr sz="1400" b="0" cap="none" baseline="0">
                <a:solidFill>
                  <a:schemeClr val="tx1"/>
                </a:solidFill>
                <a:latin typeface="ShellMedium" panose="00000600000000000000" pitchFamily="2" charset="0"/>
              </a:defRPr>
            </a:lvl1pPr>
          </a:lstStyle>
          <a:p>
            <a:r>
              <a:rPr lang="en-GB" dirty="0"/>
              <a:t>Click to edit Master title style, if required</a:t>
            </a:r>
          </a:p>
        </p:txBody>
      </p:sp>
      <p:sp>
        <p:nvSpPr>
          <p:cNvPr id="25" name="Text Placeholder 2"/>
          <p:cNvSpPr>
            <a:spLocks noGrp="1"/>
          </p:cNvSpPr>
          <p:nvPr>
            <p:ph type="body" idx="1" hasCustomPrompt="1"/>
          </p:nvPr>
        </p:nvSpPr>
        <p:spPr>
          <a:xfrm>
            <a:off x="766800" y="2548468"/>
            <a:ext cx="6375761" cy="1400214"/>
          </a:xfrm>
          <a:prstGeom prst="rect">
            <a:avLst/>
          </a:prstGeom>
        </p:spPr>
        <p:txBody>
          <a:bodyPr lIns="0" tIns="0" rIns="0" bIns="0" anchor="t" anchorCtr="0"/>
          <a:lstStyle>
            <a:lvl1pPr marL="0" indent="0">
              <a:lnSpc>
                <a:spcPct val="100000"/>
              </a:lnSpc>
              <a:spcAft>
                <a:spcPts val="0"/>
              </a:spcAft>
              <a:buNone/>
              <a:defRPr sz="9600" b="0" cap="none" baseline="0">
                <a:solidFill>
                  <a:schemeClr val="accent2"/>
                </a:solidFill>
                <a:latin typeface="ShellHeavy" panose="00000700000000000000" pitchFamily="2"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dirty="0"/>
              <a:t>Q&amp;A</a:t>
            </a:r>
          </a:p>
        </p:txBody>
      </p:sp>
      <p:sp>
        <p:nvSpPr>
          <p:cNvPr id="2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2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06F2A760-4D40-ED89-72E5-230F4C329D15}"/>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789108116"/>
      </p:ext>
    </p:extLst>
  </p:cSld>
  <p:clrMapOvr>
    <a:masterClrMapping/>
  </p:clrMapOvr>
  <p:transition/>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1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E0AE7222-E910-D3F7-7DEC-FB58471A2961}"/>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Slide (Mandatory)">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0208" y="1257010"/>
            <a:ext cx="4316400" cy="4316400"/>
          </a:xfrm>
          <a:prstGeom prst="rect">
            <a:avLst/>
          </a:prstGeom>
        </p:spPr>
      </p:pic>
      <p:sp>
        <p:nvSpPr>
          <p:cNvPr id="2" name="TextBox 1" descr="CONFIDENTIAL_TAG_0xFFEE">
            <a:extLst>
              <a:ext uri="{FF2B5EF4-FFF2-40B4-BE49-F238E27FC236}">
                <a16:creationId xmlns:a16="http://schemas.microsoft.com/office/drawing/2014/main" id="{2648AFEB-7CF3-E4B9-F8BC-FD4119EF018A}"/>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1" orient="horz"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Rectangle 3"/>
          <p:cNvSpPr>
            <a:spLocks noGrp="1" noChangeArrowheads="1"/>
          </p:cNvSpPr>
          <p:nvPr>
            <p:ph type="body" idx="1"/>
          </p:nvPr>
        </p:nvSpPr>
        <p:spPr bwMode="auto">
          <a:xfrm>
            <a:off x="765175" y="1665289"/>
            <a:ext cx="10914062" cy="4694184"/>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endParaRPr lang="en-GB" dirty="0"/>
          </a:p>
        </p:txBody>
      </p:sp>
      <p:sp>
        <p:nvSpPr>
          <p:cNvPr id="4" name="Rectangle 3" descr="&lt;Shell Yellow Bar&gt;" title="&lt;Shell Yellow Bar&gt;"/>
          <p:cNvSpPr/>
          <p:nvPr userDrawn="1"/>
        </p:nvSpPr>
        <p:spPr bwMode="gray">
          <a:xfrm>
            <a:off x="-6201" y="508000"/>
            <a:ext cx="1269984" cy="381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solidFill>
                <a:schemeClr val="tx1"/>
              </a:solidFill>
            </a:endParaRPr>
          </a:p>
        </p:txBody>
      </p:sp>
      <p:sp>
        <p:nvSpPr>
          <p:cNvPr id="8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lgn="ctr">
              <a:defRPr sz="850">
                <a:solidFill>
                  <a:schemeClr val="tx1"/>
                </a:solidFill>
                <a:latin typeface="+mn-lt"/>
                <a:cs typeface="Arial" pitchFamily="34" charset="0"/>
              </a:defRPr>
            </a:lvl1pPr>
          </a:lstStyle>
          <a:p>
            <a:pPr>
              <a:defRPr/>
            </a:pPr>
            <a:r>
              <a:rPr lang="en-GB" noProof="1"/>
              <a:t> </a:t>
            </a:r>
          </a:p>
        </p:txBody>
      </p:sp>
      <p:sp>
        <p:nvSpPr>
          <p:cNvPr id="83"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May 2023</a:t>
            </a:r>
          </a:p>
        </p:txBody>
      </p:sp>
      <p:sp>
        <p:nvSpPr>
          <p:cNvPr id="8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95" name="Rectangle 94" descr="&lt;Shell Yellow Bar&gt;" title="&lt;Shell Yellow Bar&gt;"/>
          <p:cNvSpPr/>
          <p:nvPr userDrawn="1"/>
        </p:nvSpPr>
        <p:spPr bwMode="gray">
          <a:xfrm>
            <a:off x="-3222" y="6820523"/>
            <a:ext cx="12193200" cy="381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95" r:id="rId2"/>
    <p:sldLayoutId id="2147483696" r:id="rId3"/>
    <p:sldLayoutId id="2147483698" r:id="rId4"/>
    <p:sldLayoutId id="2147483693" r:id="rId5"/>
    <p:sldLayoutId id="2147483705" r:id="rId6"/>
    <p:sldLayoutId id="2147483699" r:id="rId7"/>
    <p:sldLayoutId id="2147483691" r:id="rId8"/>
    <p:sldLayoutId id="2147483667" r:id="rId9"/>
    <p:sldLayoutId id="2147483692" r:id="rId10"/>
    <p:sldLayoutId id="2147483704" r:id="rId11"/>
    <p:sldLayoutId id="2147483694" r:id="rId12"/>
    <p:sldLayoutId id="2147483702" r:id="rId13"/>
    <p:sldLayoutId id="2147483703" r:id="rId14"/>
    <p:sldLayoutId id="2147483680" r:id="rId15"/>
    <p:sldLayoutId id="2147483697" r:id="rId16"/>
    <p:sldLayoutId id="2147483678" r:id="rId17"/>
    <p:sldLayoutId id="2147483700" r:id="rId18"/>
    <p:sldLayoutId id="2147483681" r:id="rId19"/>
    <p:sldLayoutId id="2147483701" r:id="rId20"/>
    <p:sldLayoutId id="2147483682" r:id="rId21"/>
    <p:sldLayoutId id="2147483683" r:id="rId22"/>
  </p:sldLayoutIdLst>
  <p:transition>
    <p:fade/>
  </p:transition>
  <p:hf hdr="0"/>
  <p:txStyles>
    <p:titleStyle>
      <a:lvl1pPr algn="l" defTabSz="1219170" rtl="0" eaLnBrk="1" latinLnBrk="0" hangingPunct="1">
        <a:lnSpc>
          <a:spcPct val="90000"/>
        </a:lnSpc>
        <a:spcBef>
          <a:spcPct val="0"/>
        </a:spcBef>
        <a:buNone/>
        <a:defRPr sz="2800" b="0" kern="1200" cap="none" baseline="0">
          <a:solidFill>
            <a:schemeClr val="tx1"/>
          </a:solidFill>
          <a:latin typeface="+mj-lt"/>
          <a:ea typeface="+mj-ea"/>
          <a:cs typeface="+mj-cs"/>
        </a:defRPr>
      </a:lvl1pPr>
    </p:titleStyle>
    <p:body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320" userDrawn="1">
          <p15:clr>
            <a:srgbClr val="F26B43"/>
          </p15:clr>
        </p15:guide>
        <p15:guide id="3" pos="7357" userDrawn="1">
          <p15:clr>
            <a:srgbClr val="F26B43"/>
          </p15:clr>
        </p15:guide>
        <p15:guide id="4" orient="horz" pos="444" userDrawn="1">
          <p15:clr>
            <a:srgbClr val="F26B43"/>
          </p15:clr>
        </p15:guide>
        <p15:guide id="5" orient="horz" pos="1049" userDrawn="1">
          <p15:clr>
            <a:srgbClr val="F26B43"/>
          </p15:clr>
        </p15:guide>
        <p15:guide id="6" orient="horz" pos="958" userDrawn="1">
          <p15:clr>
            <a:srgbClr val="F26B43"/>
          </p15:clr>
        </p15:guide>
        <p15:guide id="7" orient="horz" pos="4071" userDrawn="1">
          <p15:clr>
            <a:srgbClr val="F26B43"/>
          </p15:clr>
        </p15:guide>
        <p15:guide id="8" orient="horz" pos="4006" userDrawn="1">
          <p15:clr>
            <a:srgbClr val="F26B43"/>
          </p15:clr>
        </p15:guide>
        <p15:guide id="9" pos="3765" userDrawn="1">
          <p15:clr>
            <a:srgbClr val="F26B43"/>
          </p15:clr>
        </p15:guide>
        <p15:guide id="10" pos="3915" userDrawn="1">
          <p15:clr>
            <a:srgbClr val="F26B43"/>
          </p15:clr>
        </p15:guide>
        <p15:guide id="11" orient="horz" pos="320" userDrawn="1">
          <p15:clr>
            <a:srgbClr val="F26B43"/>
          </p15:clr>
        </p15:guide>
        <p15:guide id="12" orient="horz" pos="368" userDrawn="1">
          <p15:clr>
            <a:srgbClr val="F26B43"/>
          </p15:clr>
        </p15:guide>
        <p15:guide id="13" pos="1118" userDrawn="1">
          <p15:clr>
            <a:srgbClr val="F26B43"/>
          </p15:clr>
        </p15:guide>
        <p15:guide id="14" orient="horz" pos="4225" userDrawn="1">
          <p15:clr>
            <a:srgbClr val="F26B43"/>
          </p15:clr>
        </p15:guide>
        <p15:guide id="15" pos="482" userDrawn="1">
          <p15:clr>
            <a:srgbClr val="F26B43"/>
          </p15:clr>
        </p15:guide>
        <p15:guide id="16" pos="642" userDrawn="1">
          <p15:clr>
            <a:srgbClr val="F26B43"/>
          </p15:clr>
        </p15:guide>
        <p15:guide id="17" orient="horz" pos="111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GB" dirty="0" err="1"/>
              <a:t>Tausi</a:t>
            </a:r>
            <a:endParaRPr lang="en-GB" dirty="0"/>
          </a:p>
        </p:txBody>
      </p:sp>
      <p:sp>
        <p:nvSpPr>
          <p:cNvPr id="17" name="Subtitle 16"/>
          <p:cNvSpPr>
            <a:spLocks noGrp="1"/>
          </p:cNvSpPr>
          <p:nvPr>
            <p:ph type="subTitle" idx="1"/>
          </p:nvPr>
        </p:nvSpPr>
        <p:spPr>
          <a:xfrm>
            <a:off x="765175" y="3805200"/>
            <a:ext cx="8370804" cy="749808"/>
          </a:xfrm>
        </p:spPr>
        <p:txBody>
          <a:bodyPr/>
          <a:lstStyle/>
          <a:p>
            <a:r>
              <a:rPr lang="en-GB" dirty="0"/>
              <a:t>Spatial Analysis – Removing ineligible areas from the area of interest</a:t>
            </a:r>
          </a:p>
          <a:p>
            <a:r>
              <a:rPr lang="en-GB" dirty="0"/>
              <a:t>September 2025</a:t>
            </a:r>
          </a:p>
        </p:txBody>
      </p:sp>
      <p:sp>
        <p:nvSpPr>
          <p:cNvPr id="18" name="Text Placeholder 17"/>
          <p:cNvSpPr>
            <a:spLocks noGrp="1"/>
          </p:cNvSpPr>
          <p:nvPr>
            <p:ph type="body" sz="quarter" idx="10"/>
          </p:nvPr>
        </p:nvSpPr>
        <p:spPr/>
        <p:txBody>
          <a:bodyPr/>
          <a:lstStyle/>
          <a:p>
            <a:r>
              <a:rPr lang="en-GB" dirty="0"/>
              <a:t>Arjanne Immens / Karin Viergever</a:t>
            </a:r>
          </a:p>
        </p:txBody>
      </p:sp>
      <p:sp>
        <p:nvSpPr>
          <p:cNvPr id="19" name="Text Placeholder 18"/>
          <p:cNvSpPr>
            <a:spLocks noGrp="1"/>
          </p:cNvSpPr>
          <p:nvPr>
            <p:ph type="body" sz="quarter" idx="11"/>
          </p:nvPr>
        </p:nvSpPr>
        <p:spPr/>
        <p:txBody>
          <a:bodyPr/>
          <a:lstStyle/>
          <a:p>
            <a:r>
              <a:rPr lang="en-GB" dirty="0"/>
              <a:t>Geomatics NBS</a:t>
            </a:r>
          </a:p>
        </p:txBody>
      </p:sp>
      <p:sp>
        <p:nvSpPr>
          <p:cNvPr id="4" name="Slide Number Placeholder 3"/>
          <p:cNvSpPr>
            <a:spLocks noGrp="1"/>
          </p:cNvSpPr>
          <p:nvPr>
            <p:ph type="sldNum" sz="quarter" idx="4"/>
          </p:nvPr>
        </p:nvSpPr>
        <p:spPr/>
        <p:txBody>
          <a:bodyPr/>
          <a:lstStyle/>
          <a:p>
            <a:fld id="{D32BAE6A-B452-4007-8177-56DD051636F9}" type="slidenum">
              <a:rPr lang="en-GB" noProof="1" smtClean="0"/>
              <a:pPr/>
              <a:t>1</a:t>
            </a:fld>
            <a:endParaRPr lang="en-GB" noProof="1"/>
          </a:p>
        </p:txBody>
      </p:sp>
      <p:sp>
        <p:nvSpPr>
          <p:cNvPr id="2" name="Date Placeholder 1"/>
          <p:cNvSpPr>
            <a:spLocks noGrp="1"/>
          </p:cNvSpPr>
          <p:nvPr>
            <p:ph type="dt" sz="half" idx="2"/>
          </p:nvPr>
        </p:nvSpPr>
        <p:spPr/>
        <p:txBody>
          <a:bodyPr/>
          <a:lstStyle/>
          <a:p>
            <a:r>
              <a:rPr lang="en-GB" noProof="1"/>
              <a:t>May 2023</a:t>
            </a:r>
          </a:p>
        </p:txBody>
      </p:sp>
      <p:sp>
        <p:nvSpPr>
          <p:cNvPr id="3" name="Footer Placeholder 2"/>
          <p:cNvSpPr>
            <a:spLocks noGrp="1"/>
          </p:cNvSpPr>
          <p:nvPr>
            <p:ph type="ftr" sz="quarter" idx="3"/>
          </p:nvPr>
        </p:nvSpPr>
        <p:spPr/>
        <p:txBody>
          <a:bodyPr/>
          <a:lstStyle/>
          <a:p>
            <a:r>
              <a:rPr lang="en-GB" noProof="1"/>
              <a:t> </a:t>
            </a:r>
          </a:p>
        </p:txBody>
      </p:sp>
    </p:spTree>
    <p:extLst>
      <p:ext uri="{BB962C8B-B14F-4D97-AF65-F5344CB8AC3E}">
        <p14:creationId xmlns:p14="http://schemas.microsoft.com/office/powerpoint/2010/main" val="391370637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19FE9-CFD0-6EAF-A52B-BE56DF77E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1FF08-FBF7-23F3-D052-8DE14A2C101B}"/>
              </a:ext>
            </a:extLst>
          </p:cNvPr>
          <p:cNvSpPr>
            <a:spLocks noGrp="1"/>
          </p:cNvSpPr>
          <p:nvPr>
            <p:ph type="title"/>
          </p:nvPr>
        </p:nvSpPr>
        <p:spPr/>
        <p:txBody>
          <a:bodyPr/>
          <a:lstStyle/>
          <a:p>
            <a:r>
              <a:rPr lang="en-US" dirty="0"/>
              <a:t>Request: Spatial assessment on project areas</a:t>
            </a:r>
            <a:endParaRPr lang="en-GB" dirty="0"/>
          </a:p>
        </p:txBody>
      </p:sp>
      <p:sp>
        <p:nvSpPr>
          <p:cNvPr id="3" name="Content Placeholder 2">
            <a:extLst>
              <a:ext uri="{FF2B5EF4-FFF2-40B4-BE49-F238E27FC236}">
                <a16:creationId xmlns:a16="http://schemas.microsoft.com/office/drawing/2014/main" id="{5BEC2414-CF6E-331A-9C6B-EEF6C3A62DE0}"/>
              </a:ext>
            </a:extLst>
          </p:cNvPr>
          <p:cNvSpPr>
            <a:spLocks noGrp="1"/>
          </p:cNvSpPr>
          <p:nvPr>
            <p:ph sz="quarter" idx="11"/>
          </p:nvPr>
        </p:nvSpPr>
        <p:spPr>
          <a:xfrm>
            <a:off x="720000" y="1656000"/>
            <a:ext cx="10914063" cy="4694236"/>
          </a:xfrm>
        </p:spPr>
        <p:txBody>
          <a:bodyPr/>
          <a:lstStyle/>
          <a:p>
            <a:r>
              <a:rPr lang="en-US" sz="1400" dirty="0"/>
              <a:t>Review ineligible areas based on the following criteria:</a:t>
            </a:r>
          </a:p>
          <a:p>
            <a:pPr marL="285750" indent="-285750">
              <a:buFont typeface="Arial" panose="020B0604020202020204" pitchFamily="34" charset="0"/>
              <a:buChar char="•"/>
            </a:pPr>
            <a:r>
              <a:rPr lang="en-US" sz="1400" dirty="0"/>
              <a:t>Organic Soils &amp; Water Bodies</a:t>
            </a:r>
          </a:p>
          <a:p>
            <a:pPr marL="516150" lvl="1" indent="-285750">
              <a:buFont typeface="Arial" panose="020B0604020202020204" pitchFamily="34" charset="0"/>
              <a:buChar char="•"/>
            </a:pPr>
            <a:r>
              <a:rPr lang="en-US" sz="1400" dirty="0"/>
              <a:t>Identify and exclude areas with organic soils, wetlands, and tidal wetlands.</a:t>
            </a:r>
          </a:p>
          <a:p>
            <a:pPr marL="285750" indent="-285750">
              <a:buFont typeface="Arial" panose="020B0604020202020204" pitchFamily="34" charset="0"/>
              <a:buChar char="•"/>
            </a:pPr>
            <a:r>
              <a:rPr lang="en-US" sz="1400" dirty="0"/>
              <a:t>Forest Cover History</a:t>
            </a:r>
          </a:p>
          <a:p>
            <a:pPr marL="516150" lvl="1" indent="-285750">
              <a:buFont typeface="Arial" panose="020B0604020202020204" pitchFamily="34" charset="0"/>
              <a:buChar char="•"/>
            </a:pPr>
            <a:r>
              <a:rPr lang="en-US" sz="1400" dirty="0"/>
              <a:t>Exclude areas with continuous non-forest cover over the past 10 years.</a:t>
            </a:r>
          </a:p>
          <a:p>
            <a:pPr marL="285750" indent="-285750">
              <a:buFont typeface="Arial" panose="020B0604020202020204" pitchFamily="34" charset="0"/>
              <a:buChar char="•"/>
            </a:pPr>
            <a:r>
              <a:rPr lang="en-US" sz="1400" dirty="0"/>
              <a:t>Deforestation</a:t>
            </a:r>
          </a:p>
          <a:p>
            <a:pPr marL="516150" lvl="1" indent="-285750">
              <a:buFont typeface="Arial" panose="020B0604020202020204" pitchFamily="34" charset="0"/>
              <a:buChar char="•"/>
            </a:pPr>
            <a:r>
              <a:rPr lang="en-US" sz="1400" dirty="0"/>
              <a:t>Remove areas that have experienced deforestation within the last 10 years.</a:t>
            </a:r>
          </a:p>
          <a:p>
            <a:pPr marL="285750" indent="-285750">
              <a:buFont typeface="Arial" panose="020B0604020202020204" pitchFamily="34" charset="0"/>
              <a:buChar char="•"/>
            </a:pPr>
            <a:r>
              <a:rPr lang="en-US" sz="1400" dirty="0"/>
              <a:t>Infrastructure</a:t>
            </a:r>
          </a:p>
          <a:p>
            <a:pPr marL="516150" lvl="1" indent="-285750">
              <a:buFont typeface="Arial" panose="020B0604020202020204" pitchFamily="34" charset="0"/>
              <a:buChar char="•"/>
            </a:pPr>
            <a:r>
              <a:rPr lang="en-US" sz="1400" dirty="0"/>
              <a:t>Exclude areas intersecting with buildings and roads.</a:t>
            </a:r>
            <a:endParaRPr lang="en-GB" sz="1400" dirty="0"/>
          </a:p>
        </p:txBody>
      </p:sp>
      <p:sp>
        <p:nvSpPr>
          <p:cNvPr id="4" name="Date Placeholder 3">
            <a:extLst>
              <a:ext uri="{FF2B5EF4-FFF2-40B4-BE49-F238E27FC236}">
                <a16:creationId xmlns:a16="http://schemas.microsoft.com/office/drawing/2014/main" id="{61D2253C-EB64-E5DC-B295-6C9C21E8EE02}"/>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01F2C907-CA89-52EB-EF4F-260D3A83F429}"/>
              </a:ext>
            </a:extLst>
          </p:cNvPr>
          <p:cNvSpPr>
            <a:spLocks noGrp="1"/>
          </p:cNvSpPr>
          <p:nvPr>
            <p:ph type="sldNum" sz="quarter" idx="4"/>
          </p:nvPr>
        </p:nvSpPr>
        <p:spPr/>
        <p:txBody>
          <a:bodyPr/>
          <a:lstStyle/>
          <a:p>
            <a:fld id="{D32BAE6A-B452-4007-8177-56DD051636F9}" type="slidenum">
              <a:rPr lang="en-GB" noProof="1" smtClean="0"/>
              <a:pPr/>
              <a:t>2</a:t>
            </a:fld>
            <a:endParaRPr lang="en-GB" noProof="1"/>
          </a:p>
        </p:txBody>
      </p:sp>
      <p:sp>
        <p:nvSpPr>
          <p:cNvPr id="6" name="Footer Placeholder 5">
            <a:extLst>
              <a:ext uri="{FF2B5EF4-FFF2-40B4-BE49-F238E27FC236}">
                <a16:creationId xmlns:a16="http://schemas.microsoft.com/office/drawing/2014/main" id="{114950DD-027D-DC26-12DA-A11099A91C2B}"/>
              </a:ext>
            </a:extLst>
          </p:cNvPr>
          <p:cNvSpPr>
            <a:spLocks noGrp="1"/>
          </p:cNvSpPr>
          <p:nvPr>
            <p:ph type="ftr" sz="quarter" idx="3"/>
          </p:nvPr>
        </p:nvSpPr>
        <p:spPr/>
        <p:txBody>
          <a:bodyPr/>
          <a:lstStyle/>
          <a:p>
            <a:pPr>
              <a:defRPr/>
            </a:pPr>
            <a:r>
              <a:rPr lang="en-GB" noProof="1"/>
              <a:t> </a:t>
            </a:r>
          </a:p>
        </p:txBody>
      </p:sp>
    </p:spTree>
    <p:extLst>
      <p:ext uri="{BB962C8B-B14F-4D97-AF65-F5344CB8AC3E}">
        <p14:creationId xmlns:p14="http://schemas.microsoft.com/office/powerpoint/2010/main" val="40804419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1876-27AA-1264-6AFF-05CE57A8D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8E45A-D2E8-9931-E652-F63239935308}"/>
              </a:ext>
            </a:extLst>
          </p:cNvPr>
          <p:cNvSpPr>
            <a:spLocks noGrp="1"/>
          </p:cNvSpPr>
          <p:nvPr>
            <p:ph type="title"/>
          </p:nvPr>
        </p:nvSpPr>
        <p:spPr/>
        <p:txBody>
          <a:bodyPr/>
          <a:lstStyle/>
          <a:p>
            <a:r>
              <a:rPr lang="en-US" dirty="0"/>
              <a:t>Summary of Analysis</a:t>
            </a:r>
            <a:endParaRPr lang="en-GB" dirty="0"/>
          </a:p>
        </p:txBody>
      </p:sp>
      <p:sp>
        <p:nvSpPr>
          <p:cNvPr id="3" name="Content Placeholder 2">
            <a:extLst>
              <a:ext uri="{FF2B5EF4-FFF2-40B4-BE49-F238E27FC236}">
                <a16:creationId xmlns:a16="http://schemas.microsoft.com/office/drawing/2014/main" id="{5362EF37-06B0-90C5-50D4-1324AA33CDF8}"/>
              </a:ext>
            </a:extLst>
          </p:cNvPr>
          <p:cNvSpPr>
            <a:spLocks noGrp="1"/>
          </p:cNvSpPr>
          <p:nvPr>
            <p:ph sz="quarter" idx="11"/>
          </p:nvPr>
        </p:nvSpPr>
        <p:spPr>
          <a:xfrm>
            <a:off x="720000" y="1656000"/>
            <a:ext cx="10914063" cy="5135809"/>
          </a:xfrm>
        </p:spPr>
        <p:txBody>
          <a:bodyPr/>
          <a:lstStyle/>
          <a:p>
            <a:r>
              <a:rPr lang="en-US" sz="1400" dirty="0"/>
              <a:t>This assessment provides an overview of key spatial and environmental characteristics within the project area, based on available open-source datasets and visual validation. The following elements were reviewed:</a:t>
            </a:r>
          </a:p>
          <a:p>
            <a:pPr marL="285750" indent="-285750">
              <a:buFont typeface="Arial" panose="020B0604020202020204" pitchFamily="34" charset="0"/>
              <a:buChar char="•"/>
            </a:pPr>
            <a:r>
              <a:rPr lang="en-US" sz="1400" dirty="0"/>
              <a:t>Forest Cover &amp; Change</a:t>
            </a:r>
          </a:p>
          <a:p>
            <a:pPr marL="516150" lvl="1" indent="-285750">
              <a:buFont typeface="Arial" panose="020B0604020202020204" pitchFamily="34" charset="0"/>
              <a:buChar char="•"/>
            </a:pPr>
            <a:r>
              <a:rPr lang="en-US" sz="1400" dirty="0"/>
              <a:t>Using Hansen Global Forest Change data (2015–2024), with notes on limitations in tropical dry forests.</a:t>
            </a:r>
          </a:p>
          <a:p>
            <a:pPr marL="285750" indent="-285750">
              <a:buFont typeface="Arial" panose="020B0604020202020204" pitchFamily="34" charset="0"/>
              <a:buChar char="•"/>
            </a:pPr>
            <a:r>
              <a:rPr lang="en-US" sz="1400" dirty="0"/>
              <a:t>Land Cover &amp; Water Bodies</a:t>
            </a:r>
          </a:p>
          <a:p>
            <a:pPr marL="516150" lvl="1" indent="-285750">
              <a:buFont typeface="Arial" panose="020B0604020202020204" pitchFamily="34" charset="0"/>
              <a:buChar char="•"/>
            </a:pPr>
            <a:r>
              <a:rPr lang="en-US" sz="1400" dirty="0"/>
              <a:t>Reviewed datasets: Copernicus, Dynamic World, MODIS, Open Street Map and JRC Global Surface Water.</a:t>
            </a:r>
          </a:p>
          <a:p>
            <a:pPr marL="285750" indent="-285750">
              <a:buFont typeface="Arial" panose="020B0604020202020204" pitchFamily="34" charset="0"/>
              <a:buChar char="•"/>
            </a:pPr>
            <a:r>
              <a:rPr lang="en-US" sz="1400" dirty="0"/>
              <a:t>Protected Areas</a:t>
            </a:r>
          </a:p>
          <a:p>
            <a:pPr marL="516150" lvl="1" indent="-285750">
              <a:buFont typeface="Arial" panose="020B0604020202020204" pitchFamily="34" charset="0"/>
              <a:buChar char="•"/>
            </a:pPr>
            <a:r>
              <a:rPr lang="en-US" sz="1400" dirty="0"/>
              <a:t>Ramsar Wetlands dataset reviewed.</a:t>
            </a:r>
          </a:p>
          <a:p>
            <a:pPr marL="285750" indent="-285750">
              <a:buFont typeface="Arial" panose="020B0604020202020204" pitchFamily="34" charset="0"/>
              <a:buChar char="•"/>
            </a:pPr>
            <a:r>
              <a:rPr lang="en-US" sz="1400" dirty="0"/>
              <a:t>Built-up Areas</a:t>
            </a:r>
          </a:p>
          <a:p>
            <a:pPr marL="516150" lvl="1" indent="-285750">
              <a:buFont typeface="Arial" panose="020B0604020202020204" pitchFamily="34" charset="0"/>
              <a:buChar char="•"/>
            </a:pPr>
            <a:r>
              <a:rPr lang="en-US" sz="1400" dirty="0"/>
              <a:t>Dynamic World data, satellite imagery or OSM buildings.</a:t>
            </a:r>
          </a:p>
          <a:p>
            <a:pPr marL="285750" indent="-285750">
              <a:buFont typeface="Arial" panose="020B0604020202020204" pitchFamily="34" charset="0"/>
              <a:buChar char="•"/>
            </a:pPr>
            <a:r>
              <a:rPr lang="en-US" sz="1400" dirty="0"/>
              <a:t>Roads</a:t>
            </a:r>
          </a:p>
          <a:p>
            <a:pPr marL="516150" lvl="1" indent="-285750">
              <a:buFont typeface="Arial" panose="020B0604020202020204" pitchFamily="34" charset="0"/>
              <a:buChar char="•"/>
            </a:pPr>
            <a:r>
              <a:rPr lang="en-US" sz="1400" dirty="0"/>
              <a:t>Reviewed dataset: OSM roads.</a:t>
            </a:r>
          </a:p>
          <a:p>
            <a:pPr marL="285750" indent="-285750">
              <a:buFont typeface="Arial" panose="020B0604020202020204" pitchFamily="34" charset="0"/>
              <a:buChar char="•"/>
            </a:pPr>
            <a:r>
              <a:rPr lang="en-US" sz="1400" dirty="0"/>
              <a:t>Data Gaps</a:t>
            </a:r>
          </a:p>
          <a:p>
            <a:pPr marL="516150" lvl="1" indent="-285750">
              <a:buFont typeface="Arial" panose="020B0604020202020204" pitchFamily="34" charset="0"/>
              <a:buChar char="•"/>
            </a:pPr>
            <a:r>
              <a:rPr lang="en-US" sz="1400" dirty="0"/>
              <a:t>Organic soils and wetland eligibility not assessed due to lack of suitable data</a:t>
            </a:r>
          </a:p>
        </p:txBody>
      </p:sp>
      <p:sp>
        <p:nvSpPr>
          <p:cNvPr id="4" name="Date Placeholder 3">
            <a:extLst>
              <a:ext uri="{FF2B5EF4-FFF2-40B4-BE49-F238E27FC236}">
                <a16:creationId xmlns:a16="http://schemas.microsoft.com/office/drawing/2014/main" id="{CE8976CF-6A72-FBCF-E8DA-608AFFE53736}"/>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070AFFD9-4010-8A66-6B32-7CAD23036DB2}"/>
              </a:ext>
            </a:extLst>
          </p:cNvPr>
          <p:cNvSpPr>
            <a:spLocks noGrp="1"/>
          </p:cNvSpPr>
          <p:nvPr>
            <p:ph type="sldNum" sz="quarter" idx="4"/>
          </p:nvPr>
        </p:nvSpPr>
        <p:spPr/>
        <p:txBody>
          <a:bodyPr/>
          <a:lstStyle/>
          <a:p>
            <a:fld id="{D32BAE6A-B452-4007-8177-56DD051636F9}" type="slidenum">
              <a:rPr lang="en-GB" noProof="1" smtClean="0"/>
              <a:pPr/>
              <a:t>3</a:t>
            </a:fld>
            <a:endParaRPr lang="en-GB" noProof="1"/>
          </a:p>
        </p:txBody>
      </p:sp>
      <p:sp>
        <p:nvSpPr>
          <p:cNvPr id="6" name="Footer Placeholder 5">
            <a:extLst>
              <a:ext uri="{FF2B5EF4-FFF2-40B4-BE49-F238E27FC236}">
                <a16:creationId xmlns:a16="http://schemas.microsoft.com/office/drawing/2014/main" id="{3580D5B9-CDE9-B773-928F-244B2A3A50FD}"/>
              </a:ext>
            </a:extLst>
          </p:cNvPr>
          <p:cNvSpPr>
            <a:spLocks noGrp="1"/>
          </p:cNvSpPr>
          <p:nvPr>
            <p:ph type="ftr" sz="quarter" idx="3"/>
          </p:nvPr>
        </p:nvSpPr>
        <p:spPr/>
        <p:txBody>
          <a:bodyPr/>
          <a:lstStyle/>
          <a:p>
            <a:pPr>
              <a:defRPr/>
            </a:pPr>
            <a:r>
              <a:rPr lang="en-GB" noProof="1"/>
              <a:t> </a:t>
            </a:r>
          </a:p>
        </p:txBody>
      </p:sp>
    </p:spTree>
    <p:extLst>
      <p:ext uri="{BB962C8B-B14F-4D97-AF65-F5344CB8AC3E}">
        <p14:creationId xmlns:p14="http://schemas.microsoft.com/office/powerpoint/2010/main" val="277828286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9060B-BC56-31F8-346E-D99A714E3FBA}"/>
              </a:ext>
            </a:extLst>
          </p:cNvPr>
          <p:cNvSpPr>
            <a:spLocks noGrp="1"/>
          </p:cNvSpPr>
          <p:nvPr>
            <p:ph type="title"/>
          </p:nvPr>
        </p:nvSpPr>
        <p:spPr/>
        <p:txBody>
          <a:bodyPr/>
          <a:lstStyle/>
          <a:p>
            <a:r>
              <a:rPr lang="en-GB" dirty="0"/>
              <a:t>Summary in hectares</a:t>
            </a:r>
          </a:p>
        </p:txBody>
      </p:sp>
      <p:sp>
        <p:nvSpPr>
          <p:cNvPr id="4" name="Date Placeholder 3">
            <a:extLst>
              <a:ext uri="{FF2B5EF4-FFF2-40B4-BE49-F238E27FC236}">
                <a16:creationId xmlns:a16="http://schemas.microsoft.com/office/drawing/2014/main" id="{C5058B25-5D9B-46CC-4B74-1ACCDD4E0541}"/>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6FF9F9C7-6C1C-1509-74A3-4879DF165A1A}"/>
              </a:ext>
            </a:extLst>
          </p:cNvPr>
          <p:cNvSpPr>
            <a:spLocks noGrp="1"/>
          </p:cNvSpPr>
          <p:nvPr>
            <p:ph type="sldNum" sz="quarter" idx="4"/>
          </p:nvPr>
        </p:nvSpPr>
        <p:spPr/>
        <p:txBody>
          <a:bodyPr/>
          <a:lstStyle/>
          <a:p>
            <a:fld id="{D32BAE6A-B452-4007-8177-56DD051636F9}" type="slidenum">
              <a:rPr lang="en-GB" noProof="1" smtClean="0"/>
              <a:pPr/>
              <a:t>4</a:t>
            </a:fld>
            <a:endParaRPr lang="en-GB" noProof="1"/>
          </a:p>
        </p:txBody>
      </p:sp>
      <p:sp>
        <p:nvSpPr>
          <p:cNvPr id="6" name="Footer Placeholder 5">
            <a:extLst>
              <a:ext uri="{FF2B5EF4-FFF2-40B4-BE49-F238E27FC236}">
                <a16:creationId xmlns:a16="http://schemas.microsoft.com/office/drawing/2014/main" id="{1B53562A-124D-50E7-ABB1-1924CC0C9479}"/>
              </a:ext>
            </a:extLst>
          </p:cNvPr>
          <p:cNvSpPr>
            <a:spLocks noGrp="1"/>
          </p:cNvSpPr>
          <p:nvPr>
            <p:ph type="ftr" sz="quarter" idx="3"/>
          </p:nvPr>
        </p:nvSpPr>
        <p:spPr/>
        <p:txBody>
          <a:bodyPr/>
          <a:lstStyle/>
          <a:p>
            <a:pPr>
              <a:defRPr/>
            </a:pPr>
            <a:r>
              <a:rPr lang="en-GB" noProof="1"/>
              <a:t> </a:t>
            </a:r>
          </a:p>
        </p:txBody>
      </p:sp>
      <p:sp>
        <p:nvSpPr>
          <p:cNvPr id="9" name="Content Placeholder 8">
            <a:extLst>
              <a:ext uri="{FF2B5EF4-FFF2-40B4-BE49-F238E27FC236}">
                <a16:creationId xmlns:a16="http://schemas.microsoft.com/office/drawing/2014/main" id="{1999C61A-796A-CFFB-DFE6-865E0BE0B4A0}"/>
              </a:ext>
            </a:extLst>
          </p:cNvPr>
          <p:cNvSpPr>
            <a:spLocks noGrp="1"/>
          </p:cNvSpPr>
          <p:nvPr>
            <p:ph sz="quarter" idx="11"/>
          </p:nvPr>
        </p:nvSpPr>
        <p:spPr/>
        <p:txBody>
          <a:bodyPr/>
          <a:lstStyle/>
          <a:p>
            <a:r>
              <a:rPr lang="en-GB" sz="1400" dirty="0"/>
              <a:t>The total area includes:</a:t>
            </a:r>
          </a:p>
          <a:p>
            <a:pPr marL="285750" indent="-285750">
              <a:buFont typeface="Arial" panose="020B0604020202020204" pitchFamily="34" charset="0"/>
              <a:buChar char="•"/>
            </a:pPr>
            <a:r>
              <a:rPr lang="en-GB" sz="1400" dirty="0"/>
              <a:t>3 project areas</a:t>
            </a:r>
          </a:p>
          <a:p>
            <a:pPr marL="285750" indent="-285750">
              <a:buFont typeface="Arial" panose="020B0604020202020204" pitchFamily="34" charset="0"/>
              <a:buChar char="•"/>
            </a:pPr>
            <a:r>
              <a:rPr lang="en-GB" sz="1400" dirty="0"/>
              <a:t>848 small polygons</a:t>
            </a:r>
          </a:p>
          <a:p>
            <a:pPr marL="285750" indent="-285750">
              <a:buFont typeface="Arial" panose="020B0604020202020204" pitchFamily="34" charset="0"/>
              <a:buChar char="•"/>
            </a:pPr>
            <a:r>
              <a:rPr lang="en-GB" sz="1400" dirty="0"/>
              <a:t>Total area: approximately ~8,925 ha (calculated using ArcGIS)</a:t>
            </a:r>
          </a:p>
          <a:p>
            <a:endParaRPr lang="en-GB" sz="1400" dirty="0"/>
          </a:p>
          <a:p>
            <a:r>
              <a:rPr lang="en-GB" sz="1400" dirty="0"/>
              <a:t>Excluded from the project area:</a:t>
            </a:r>
          </a:p>
          <a:p>
            <a:pPr marL="285750" indent="-285750">
              <a:buFont typeface="Arial" panose="020B0604020202020204" pitchFamily="34" charset="0"/>
              <a:buChar char="•"/>
            </a:pPr>
            <a:r>
              <a:rPr lang="en-GB" sz="1400" dirty="0"/>
              <a:t>Intersections with OpenStreetMap (OSM) data</a:t>
            </a:r>
          </a:p>
          <a:p>
            <a:pPr marL="285750" indent="-285750">
              <a:buFont typeface="Arial" panose="020B0604020202020204" pitchFamily="34" charset="0"/>
              <a:buChar char="•"/>
            </a:pPr>
            <a:r>
              <a:rPr lang="en-GB" sz="1400" dirty="0"/>
              <a:t>Intersections with Built in dynamic world</a:t>
            </a:r>
          </a:p>
          <a:p>
            <a:endParaRPr lang="en-GB" sz="1400" dirty="0"/>
          </a:p>
          <a:p>
            <a:r>
              <a:rPr lang="en-GB" sz="1400" dirty="0"/>
              <a:t>Potential exclusions from the project area:</a:t>
            </a:r>
          </a:p>
          <a:p>
            <a:pPr marL="285750" indent="-285750">
              <a:buFont typeface="Arial" panose="020B0604020202020204" pitchFamily="34" charset="0"/>
              <a:buChar char="•"/>
            </a:pPr>
            <a:r>
              <a:rPr lang="en-GB" sz="1400" dirty="0"/>
              <a:t>Continuously non-forest areas(based on Hansen Forest Loss 2015–2024): ~126 ha</a:t>
            </a:r>
          </a:p>
          <a:p>
            <a:pPr marL="285750" indent="-285750">
              <a:buFont typeface="Arial" panose="020B0604020202020204" pitchFamily="34" charset="0"/>
              <a:buChar char="•"/>
            </a:pPr>
            <a:endParaRPr lang="en-GB" sz="1400" dirty="0"/>
          </a:p>
          <a:p>
            <a:r>
              <a:rPr lang="en-GB" sz="1400" dirty="0"/>
              <a:t>New project area:</a:t>
            </a:r>
          </a:p>
          <a:p>
            <a:pPr marL="285750" indent="-285750">
              <a:buFont typeface="Arial" panose="020B0604020202020204" pitchFamily="34" charset="0"/>
              <a:buChar char="•"/>
            </a:pPr>
            <a:endParaRPr lang="en-GB" sz="1400" dirty="0"/>
          </a:p>
        </p:txBody>
      </p:sp>
      <p:pic>
        <p:nvPicPr>
          <p:cNvPr id="7" name="Picture 6">
            <a:extLst>
              <a:ext uri="{FF2B5EF4-FFF2-40B4-BE49-F238E27FC236}">
                <a16:creationId xmlns:a16="http://schemas.microsoft.com/office/drawing/2014/main" id="{660A207D-C317-A3D2-7DAB-631937EE29BD}"/>
              </a:ext>
            </a:extLst>
          </p:cNvPr>
          <p:cNvPicPr>
            <a:picLocks noChangeAspect="1"/>
          </p:cNvPicPr>
          <p:nvPr/>
        </p:nvPicPr>
        <p:blipFill>
          <a:blip r:embed="rId2"/>
          <a:stretch>
            <a:fillRect/>
          </a:stretch>
        </p:blipFill>
        <p:spPr>
          <a:xfrm>
            <a:off x="7587915" y="151200"/>
            <a:ext cx="4512271" cy="4167383"/>
          </a:xfrm>
          <a:prstGeom prst="rect">
            <a:avLst/>
          </a:prstGeom>
        </p:spPr>
      </p:pic>
    </p:spTree>
    <p:extLst>
      <p:ext uri="{BB962C8B-B14F-4D97-AF65-F5344CB8AC3E}">
        <p14:creationId xmlns:p14="http://schemas.microsoft.com/office/powerpoint/2010/main" val="228290121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80FA-68D5-BCDA-5DEF-7AC3740A3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93869-71FB-DD5A-1BCD-A4FFBF10B06C}"/>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E3561F2D-2092-E93A-FC27-B6FD5738EB66}"/>
              </a:ext>
            </a:extLst>
          </p:cNvPr>
          <p:cNvSpPr>
            <a:spLocks noGrp="1"/>
          </p:cNvSpPr>
          <p:nvPr>
            <p:ph sz="quarter" idx="11"/>
          </p:nvPr>
        </p:nvSpPr>
        <p:spPr>
          <a:xfrm>
            <a:off x="720000" y="1656000"/>
            <a:ext cx="10736281" cy="4694236"/>
          </a:xfrm>
        </p:spPr>
        <p:txBody>
          <a:bodyPr/>
          <a:lstStyle/>
          <a:p>
            <a:r>
              <a:rPr lang="en-US" sz="1400" dirty="0"/>
              <a:t>This analysis is based on global open-source datasets with varying spatial resolutions and update frequencies. While these datasets are valuable for initial screening, a more detailed and accurate assessment would require higher-resolution imagery. The </a:t>
            </a:r>
            <a:r>
              <a:rPr lang="en-US" sz="1400" dirty="0" err="1"/>
              <a:t>chloris</a:t>
            </a:r>
            <a:r>
              <a:rPr lang="en-US" sz="1400" dirty="0"/>
              <a:t> data in house is just partly covering the area of interest and therefor not used.</a:t>
            </a:r>
          </a:p>
          <a:p>
            <a:endParaRPr lang="en-US" sz="1400" dirty="0"/>
          </a:p>
          <a:p>
            <a:r>
              <a:rPr lang="en-US" sz="1400" dirty="0"/>
              <a:t>Based on the analysis, the following observations and recommendations are made:</a:t>
            </a:r>
          </a:p>
          <a:p>
            <a:pPr marL="285750" indent="-285750">
              <a:buFont typeface="Arial" panose="020B0604020202020204" pitchFamily="34" charset="0"/>
              <a:buChar char="•"/>
            </a:pPr>
            <a:r>
              <a:rPr lang="en-US" sz="1400" dirty="0"/>
              <a:t>Organic soils and wetland eligibility have not been assessed due to the lack of suitable data for the region.</a:t>
            </a:r>
          </a:p>
          <a:p>
            <a:pPr marL="285750" indent="-285750">
              <a:buFont typeface="Arial" panose="020B0604020202020204" pitchFamily="34" charset="0"/>
              <a:buChar char="•"/>
            </a:pPr>
            <a:r>
              <a:rPr lang="en-US" sz="1400" dirty="0"/>
              <a:t>Intersections with roads, buildings, and waterways (based on OpenStreetMap) are minimal, collectively covering only a small fraction of the total area. </a:t>
            </a:r>
            <a:r>
              <a:rPr lang="en-US" sz="1400" dirty="0">
                <a:solidFill>
                  <a:schemeClr val="accent5"/>
                </a:solidFill>
              </a:rPr>
              <a:t>These areas have been excluded from the project area.</a:t>
            </a:r>
          </a:p>
          <a:p>
            <a:pPr marL="285750" indent="-285750">
              <a:buFont typeface="Arial" panose="020B0604020202020204" pitchFamily="34" charset="0"/>
              <a:buChar char="•"/>
            </a:pPr>
            <a:r>
              <a:rPr lang="en-US" sz="1400" dirty="0"/>
              <a:t>Dynamic World identifies approximately ~100 ha as built-up. However, these classifications are not consistently confirmed by satellite imagery or OpenStreetMap data. </a:t>
            </a:r>
            <a:r>
              <a:rPr lang="en-US" sz="1400" dirty="0">
                <a:solidFill>
                  <a:schemeClr val="accent5"/>
                </a:solidFill>
              </a:rPr>
              <a:t>These areas are currently extracted from the project area.</a:t>
            </a:r>
          </a:p>
          <a:p>
            <a:pPr marL="285750" indent="-285750">
              <a:buFont typeface="Arial" panose="020B0604020202020204" pitchFamily="34" charset="0"/>
              <a:buChar char="•"/>
            </a:pPr>
            <a:r>
              <a:rPr lang="en-US" sz="1400" dirty="0"/>
              <a:t>The use of Hansen Global Forest Change data in this context is uncertain, as the dataset has known limitations in detecting forest dynamics in dry tropical regions such as the area of interest. The interpretation should be used with caution. 126 ha is identified as continuously non-forest. After QC it is clear the data quality is not suitable for the analysis over this project area. </a:t>
            </a:r>
            <a:r>
              <a:rPr lang="en-US" sz="1400" dirty="0">
                <a:solidFill>
                  <a:schemeClr val="accent2"/>
                </a:solidFill>
              </a:rPr>
              <a:t>These </a:t>
            </a:r>
            <a:r>
              <a:rPr lang="en-US" sz="1400" dirty="0" err="1">
                <a:solidFill>
                  <a:schemeClr val="accent2"/>
                </a:solidFill>
              </a:rPr>
              <a:t>these</a:t>
            </a:r>
            <a:r>
              <a:rPr lang="en-US" sz="1400" dirty="0">
                <a:solidFill>
                  <a:schemeClr val="accent2"/>
                </a:solidFill>
              </a:rPr>
              <a:t> continuous non forest pixels are not excluded from the project area.</a:t>
            </a:r>
          </a:p>
          <a:p>
            <a:pPr marL="285750" indent="-285750">
              <a:buFont typeface="Arial" panose="020B0604020202020204" pitchFamily="34" charset="0"/>
              <a:buChar char="•"/>
            </a:pPr>
            <a:endParaRPr lang="en-US" sz="1400" dirty="0"/>
          </a:p>
          <a:p>
            <a:endParaRPr lang="en-US" sz="1400" dirty="0"/>
          </a:p>
        </p:txBody>
      </p:sp>
      <p:sp>
        <p:nvSpPr>
          <p:cNvPr id="4" name="Date Placeholder 3">
            <a:extLst>
              <a:ext uri="{FF2B5EF4-FFF2-40B4-BE49-F238E27FC236}">
                <a16:creationId xmlns:a16="http://schemas.microsoft.com/office/drawing/2014/main" id="{4A5B9587-C16B-DED6-346A-74F406E6A7F7}"/>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811D8B59-B967-035C-8AE0-C7AE4F6F0BEF}"/>
              </a:ext>
            </a:extLst>
          </p:cNvPr>
          <p:cNvSpPr>
            <a:spLocks noGrp="1"/>
          </p:cNvSpPr>
          <p:nvPr>
            <p:ph type="sldNum" sz="quarter" idx="4"/>
          </p:nvPr>
        </p:nvSpPr>
        <p:spPr/>
        <p:txBody>
          <a:bodyPr/>
          <a:lstStyle/>
          <a:p>
            <a:fld id="{D32BAE6A-B452-4007-8177-56DD051636F9}" type="slidenum">
              <a:rPr lang="en-GB" noProof="1" smtClean="0"/>
              <a:pPr/>
              <a:t>5</a:t>
            </a:fld>
            <a:endParaRPr lang="en-GB" noProof="1"/>
          </a:p>
        </p:txBody>
      </p:sp>
      <p:sp>
        <p:nvSpPr>
          <p:cNvPr id="6" name="Footer Placeholder 5">
            <a:extLst>
              <a:ext uri="{FF2B5EF4-FFF2-40B4-BE49-F238E27FC236}">
                <a16:creationId xmlns:a16="http://schemas.microsoft.com/office/drawing/2014/main" id="{33DA7737-E89E-6F36-504B-7D62393AD25F}"/>
              </a:ext>
            </a:extLst>
          </p:cNvPr>
          <p:cNvSpPr>
            <a:spLocks noGrp="1"/>
          </p:cNvSpPr>
          <p:nvPr>
            <p:ph type="ftr" sz="quarter" idx="3"/>
          </p:nvPr>
        </p:nvSpPr>
        <p:spPr/>
        <p:txBody>
          <a:bodyPr/>
          <a:lstStyle/>
          <a:p>
            <a:pPr>
              <a:defRPr/>
            </a:pPr>
            <a:r>
              <a:rPr lang="en-GB" noProof="1"/>
              <a:t> </a:t>
            </a:r>
          </a:p>
        </p:txBody>
      </p:sp>
    </p:spTree>
    <p:extLst>
      <p:ext uri="{BB962C8B-B14F-4D97-AF65-F5344CB8AC3E}">
        <p14:creationId xmlns:p14="http://schemas.microsoft.com/office/powerpoint/2010/main" val="210731210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B818-EC32-3D94-5A2A-A0DA0CC0B807}"/>
            </a:ext>
          </a:extLst>
        </p:cNvPr>
        <p:cNvGrpSpPr/>
        <p:nvPr/>
      </p:nvGrpSpPr>
      <p:grpSpPr>
        <a:xfrm>
          <a:off x="0" y="0"/>
          <a:ext cx="0" cy="0"/>
          <a:chOff x="0" y="0"/>
          <a:chExt cx="0" cy="0"/>
        </a:xfrm>
      </p:grpSpPr>
      <p:sp>
        <p:nvSpPr>
          <p:cNvPr id="27" name="Subtitle 26">
            <a:extLst>
              <a:ext uri="{FF2B5EF4-FFF2-40B4-BE49-F238E27FC236}">
                <a16:creationId xmlns:a16="http://schemas.microsoft.com/office/drawing/2014/main" id="{DE050252-7343-8C6A-1962-1CBFCDCB31CA}"/>
              </a:ext>
            </a:extLst>
          </p:cNvPr>
          <p:cNvSpPr>
            <a:spLocks noGrp="1"/>
          </p:cNvSpPr>
          <p:nvPr>
            <p:ph type="body" idx="1"/>
          </p:nvPr>
        </p:nvSpPr>
        <p:spPr>
          <a:xfrm>
            <a:off x="6473688" y="3258524"/>
            <a:ext cx="5205372" cy="1508861"/>
          </a:xfrm>
        </p:spPr>
        <p:txBody>
          <a:bodyPr/>
          <a:lstStyle/>
          <a:p>
            <a:r>
              <a:rPr lang="en-GB" dirty="0"/>
              <a:t>Analysis per data type</a:t>
            </a:r>
          </a:p>
        </p:txBody>
      </p:sp>
      <p:sp>
        <p:nvSpPr>
          <p:cNvPr id="2" name="Date Placeholder 1">
            <a:extLst>
              <a:ext uri="{FF2B5EF4-FFF2-40B4-BE49-F238E27FC236}">
                <a16:creationId xmlns:a16="http://schemas.microsoft.com/office/drawing/2014/main" id="{1C5A0624-9D19-C60F-903D-BA987476E94D}"/>
              </a:ext>
            </a:extLst>
          </p:cNvPr>
          <p:cNvSpPr>
            <a:spLocks noGrp="1"/>
          </p:cNvSpPr>
          <p:nvPr>
            <p:ph type="dt" sz="half" idx="2"/>
          </p:nvPr>
        </p:nvSpPr>
        <p:spPr/>
        <p:txBody>
          <a:bodyPr/>
          <a:lstStyle/>
          <a:p>
            <a:r>
              <a:rPr lang="en-GB" noProof="1"/>
              <a:t>May 2023</a:t>
            </a:r>
          </a:p>
        </p:txBody>
      </p:sp>
      <p:sp>
        <p:nvSpPr>
          <p:cNvPr id="3" name="Slide Number Placeholder 2">
            <a:extLst>
              <a:ext uri="{FF2B5EF4-FFF2-40B4-BE49-F238E27FC236}">
                <a16:creationId xmlns:a16="http://schemas.microsoft.com/office/drawing/2014/main" id="{B3538826-9139-FA6D-CFD1-5798F0F434A8}"/>
              </a:ext>
            </a:extLst>
          </p:cNvPr>
          <p:cNvSpPr>
            <a:spLocks noGrp="1"/>
          </p:cNvSpPr>
          <p:nvPr>
            <p:ph type="sldNum" sz="quarter" idx="4"/>
          </p:nvPr>
        </p:nvSpPr>
        <p:spPr/>
        <p:txBody>
          <a:bodyPr/>
          <a:lstStyle/>
          <a:p>
            <a:fld id="{D32BAE6A-B452-4007-8177-56DD051636F9}" type="slidenum">
              <a:rPr lang="en-GB" noProof="1" smtClean="0"/>
              <a:pPr/>
              <a:t>6</a:t>
            </a:fld>
            <a:endParaRPr lang="en-GB" noProof="1"/>
          </a:p>
        </p:txBody>
      </p:sp>
      <p:sp>
        <p:nvSpPr>
          <p:cNvPr id="4" name="Footer Placeholder 3">
            <a:extLst>
              <a:ext uri="{FF2B5EF4-FFF2-40B4-BE49-F238E27FC236}">
                <a16:creationId xmlns:a16="http://schemas.microsoft.com/office/drawing/2014/main" id="{A1A23799-4AB4-45C4-480F-5448CAD2F8B8}"/>
              </a:ext>
            </a:extLst>
          </p:cNvPr>
          <p:cNvSpPr>
            <a:spLocks noGrp="1"/>
          </p:cNvSpPr>
          <p:nvPr>
            <p:ph type="ftr" sz="quarter" idx="3"/>
          </p:nvPr>
        </p:nvSpPr>
        <p:spPr/>
        <p:txBody>
          <a:bodyPr/>
          <a:lstStyle/>
          <a:p>
            <a:r>
              <a:rPr lang="en-GB" noProof="1"/>
              <a:t> </a:t>
            </a:r>
          </a:p>
        </p:txBody>
      </p:sp>
      <p:sp>
        <p:nvSpPr>
          <p:cNvPr id="7" name="Title 6">
            <a:extLst>
              <a:ext uri="{FF2B5EF4-FFF2-40B4-BE49-F238E27FC236}">
                <a16:creationId xmlns:a16="http://schemas.microsoft.com/office/drawing/2014/main" id="{5FA9637A-9E10-39AD-4059-BDFC4DAA4B06}"/>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19142633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C214E-3364-5AE5-80F2-770A52DE3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5296E-0B36-DD17-F280-70997DA06E54}"/>
              </a:ext>
            </a:extLst>
          </p:cNvPr>
          <p:cNvSpPr>
            <a:spLocks noGrp="1"/>
          </p:cNvSpPr>
          <p:nvPr>
            <p:ph type="title"/>
          </p:nvPr>
        </p:nvSpPr>
        <p:spPr/>
        <p:txBody>
          <a:bodyPr/>
          <a:lstStyle/>
          <a:p>
            <a:r>
              <a:rPr lang="en-US" dirty="0"/>
              <a:t>Tidal wetland mapping (ineligibility criteria)</a:t>
            </a:r>
          </a:p>
        </p:txBody>
      </p:sp>
      <p:sp>
        <p:nvSpPr>
          <p:cNvPr id="3" name="Content Placeholder 2">
            <a:extLst>
              <a:ext uri="{FF2B5EF4-FFF2-40B4-BE49-F238E27FC236}">
                <a16:creationId xmlns:a16="http://schemas.microsoft.com/office/drawing/2014/main" id="{8A5FC12F-6C6E-A621-2DEC-B557E39A9B40}"/>
              </a:ext>
            </a:extLst>
          </p:cNvPr>
          <p:cNvSpPr>
            <a:spLocks noGrp="1"/>
          </p:cNvSpPr>
          <p:nvPr>
            <p:ph sz="quarter" idx="11"/>
          </p:nvPr>
        </p:nvSpPr>
        <p:spPr>
          <a:xfrm>
            <a:off x="720000" y="1656000"/>
            <a:ext cx="10914063" cy="4694236"/>
          </a:xfrm>
        </p:spPr>
        <p:txBody>
          <a:bodyPr/>
          <a:lstStyle/>
          <a:p>
            <a:r>
              <a:rPr lang="en-US" sz="1400" dirty="0"/>
              <a:t>We found only overlap with 2 features in the OSM data related to water. No overlap between the areas of interest and any mapped water bodies or wetlands across the reviewed datasets with the landcover, protected areas and JNR data.</a:t>
            </a:r>
          </a:p>
          <a:p>
            <a:r>
              <a:rPr lang="en-US" sz="1400" dirty="0"/>
              <a:t>However, these datasets typically have a spatial resolution of 30 to 100 meters, which may miss smaller features such as narrow streams, seasonal wetlands, or locally significant water bodies.</a:t>
            </a:r>
          </a:p>
          <a:p>
            <a:endParaRPr lang="en-US" sz="1400" dirty="0"/>
          </a:p>
          <a:p>
            <a:r>
              <a:rPr lang="en-US" sz="1400" dirty="0"/>
              <a:t>Data used to review wetland mapping:</a:t>
            </a:r>
          </a:p>
          <a:p>
            <a:pPr marL="285750" indent="-285750">
              <a:buFont typeface="Arial" panose="020B0604020202020204" pitchFamily="34" charset="0"/>
              <a:buChar char="•"/>
            </a:pPr>
            <a:r>
              <a:rPr lang="en-US" sz="1400" dirty="0"/>
              <a:t>Landcover datasets:</a:t>
            </a:r>
          </a:p>
          <a:p>
            <a:pPr marL="516150" lvl="1" indent="-285750">
              <a:buFont typeface="Arial" panose="020B0604020202020204" pitchFamily="34" charset="0"/>
              <a:buChar char="•"/>
            </a:pPr>
            <a:r>
              <a:rPr lang="en-US" sz="1400" dirty="0"/>
              <a:t>Copernicus, Dynamic World, Modis: No water or flooded vegetation</a:t>
            </a:r>
          </a:p>
          <a:p>
            <a:pPr marL="285750" indent="-285750">
              <a:buFont typeface="Arial" panose="020B0604020202020204" pitchFamily="34" charset="0"/>
              <a:buChar char="•"/>
            </a:pPr>
            <a:r>
              <a:rPr lang="en-US" sz="1400" dirty="0"/>
              <a:t>Water</a:t>
            </a:r>
          </a:p>
          <a:p>
            <a:pPr marL="516150" lvl="1" indent="-285750">
              <a:buFont typeface="Arial" panose="020B0604020202020204" pitchFamily="34" charset="0"/>
              <a:buChar char="•"/>
            </a:pPr>
            <a:r>
              <a:rPr lang="en-US" sz="1400" dirty="0"/>
              <a:t>JRC Global Surface Water: No Water areas</a:t>
            </a:r>
          </a:p>
          <a:p>
            <a:pPr marL="285750" indent="-285750">
              <a:buFont typeface="Arial" panose="020B0604020202020204" pitchFamily="34" charset="0"/>
              <a:buChar char="•"/>
            </a:pPr>
            <a:r>
              <a:rPr lang="en-US" sz="1400" dirty="0"/>
              <a:t>Protected areas</a:t>
            </a:r>
          </a:p>
          <a:p>
            <a:pPr marL="516150" lvl="1" indent="-285750">
              <a:buFont typeface="Arial" panose="020B0604020202020204" pitchFamily="34" charset="0"/>
              <a:buChar char="•"/>
            </a:pPr>
            <a:r>
              <a:rPr lang="en-US" sz="1400" dirty="0"/>
              <a:t>Ramsar Wetlands: No Ramsar sites</a:t>
            </a:r>
          </a:p>
          <a:p>
            <a:pPr marL="285750" indent="-285750">
              <a:buFont typeface="Arial" panose="020B0604020202020204" pitchFamily="34" charset="0"/>
              <a:buChar char="•"/>
            </a:pPr>
            <a:r>
              <a:rPr lang="en-US" sz="1400" dirty="0"/>
              <a:t>Open Street map</a:t>
            </a:r>
          </a:p>
          <a:p>
            <a:pPr marL="516150" lvl="1" indent="-285750">
              <a:buFont typeface="Arial" panose="020B0604020202020204" pitchFamily="34" charset="0"/>
              <a:buChar char="•"/>
            </a:pPr>
            <a:r>
              <a:rPr lang="en-US" sz="1400" dirty="0"/>
              <a:t>Waterways</a:t>
            </a:r>
          </a:p>
          <a:p>
            <a:pPr marL="285750" indent="-285750">
              <a:buFont typeface="Arial" panose="020B0604020202020204" pitchFamily="34" charset="0"/>
              <a:buChar char="•"/>
            </a:pPr>
            <a:endParaRPr lang="en-GB" dirty="0"/>
          </a:p>
        </p:txBody>
      </p:sp>
      <p:sp>
        <p:nvSpPr>
          <p:cNvPr id="4" name="Date Placeholder 3">
            <a:extLst>
              <a:ext uri="{FF2B5EF4-FFF2-40B4-BE49-F238E27FC236}">
                <a16:creationId xmlns:a16="http://schemas.microsoft.com/office/drawing/2014/main" id="{FEC30013-D7E4-5D37-BD1D-329FF2EDEB7E}"/>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54BEA5F6-787D-8C65-F12A-189796F39CC0}"/>
              </a:ext>
            </a:extLst>
          </p:cNvPr>
          <p:cNvSpPr>
            <a:spLocks noGrp="1"/>
          </p:cNvSpPr>
          <p:nvPr>
            <p:ph type="sldNum" sz="quarter" idx="4"/>
          </p:nvPr>
        </p:nvSpPr>
        <p:spPr/>
        <p:txBody>
          <a:bodyPr/>
          <a:lstStyle/>
          <a:p>
            <a:fld id="{D32BAE6A-B452-4007-8177-56DD051636F9}" type="slidenum">
              <a:rPr lang="en-GB" noProof="1" smtClean="0"/>
              <a:pPr/>
              <a:t>7</a:t>
            </a:fld>
            <a:endParaRPr lang="en-GB" noProof="1"/>
          </a:p>
        </p:txBody>
      </p:sp>
      <p:sp>
        <p:nvSpPr>
          <p:cNvPr id="6" name="Footer Placeholder 5">
            <a:extLst>
              <a:ext uri="{FF2B5EF4-FFF2-40B4-BE49-F238E27FC236}">
                <a16:creationId xmlns:a16="http://schemas.microsoft.com/office/drawing/2014/main" id="{D2370BFB-5894-FF88-3E1F-9DF626087444}"/>
              </a:ext>
            </a:extLst>
          </p:cNvPr>
          <p:cNvSpPr>
            <a:spLocks noGrp="1"/>
          </p:cNvSpPr>
          <p:nvPr>
            <p:ph type="ftr" sz="quarter" idx="3"/>
          </p:nvPr>
        </p:nvSpPr>
        <p:spPr/>
        <p:txBody>
          <a:bodyPr/>
          <a:lstStyle/>
          <a:p>
            <a:pPr>
              <a:defRPr/>
            </a:pPr>
            <a:r>
              <a:rPr lang="en-GB" noProof="1"/>
              <a:t> </a:t>
            </a:r>
          </a:p>
        </p:txBody>
      </p:sp>
    </p:spTree>
    <p:extLst>
      <p:ext uri="{BB962C8B-B14F-4D97-AF65-F5344CB8AC3E}">
        <p14:creationId xmlns:p14="http://schemas.microsoft.com/office/powerpoint/2010/main" val="80628310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CF84B-ABDD-6BBD-55CA-8E500C45C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85EDB-F1E3-68D3-5AD0-A052B0CBABCB}"/>
              </a:ext>
            </a:extLst>
          </p:cNvPr>
          <p:cNvSpPr>
            <a:spLocks noGrp="1"/>
          </p:cNvSpPr>
          <p:nvPr>
            <p:ph type="title"/>
          </p:nvPr>
        </p:nvSpPr>
        <p:spPr/>
        <p:txBody>
          <a:bodyPr/>
          <a:lstStyle/>
          <a:p>
            <a:r>
              <a:rPr lang="en-US" dirty="0"/>
              <a:t>Forest over past 10 years (Hansen)</a:t>
            </a:r>
          </a:p>
        </p:txBody>
      </p:sp>
      <p:sp>
        <p:nvSpPr>
          <p:cNvPr id="4" name="Date Placeholder 3">
            <a:extLst>
              <a:ext uri="{FF2B5EF4-FFF2-40B4-BE49-F238E27FC236}">
                <a16:creationId xmlns:a16="http://schemas.microsoft.com/office/drawing/2014/main" id="{05BFAAF9-66D1-FFA1-5259-2B5F1574CBCE}"/>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7D802A9B-7B6D-9D39-1E50-2BF2B255AB01}"/>
              </a:ext>
            </a:extLst>
          </p:cNvPr>
          <p:cNvSpPr>
            <a:spLocks noGrp="1"/>
          </p:cNvSpPr>
          <p:nvPr>
            <p:ph type="sldNum" sz="quarter" idx="4"/>
          </p:nvPr>
        </p:nvSpPr>
        <p:spPr/>
        <p:txBody>
          <a:bodyPr/>
          <a:lstStyle/>
          <a:p>
            <a:fld id="{D32BAE6A-B452-4007-8177-56DD051636F9}" type="slidenum">
              <a:rPr lang="en-GB" noProof="1" smtClean="0"/>
              <a:pPr/>
              <a:t>8</a:t>
            </a:fld>
            <a:endParaRPr lang="en-GB" noProof="1"/>
          </a:p>
        </p:txBody>
      </p:sp>
      <p:sp>
        <p:nvSpPr>
          <p:cNvPr id="6" name="Footer Placeholder 5">
            <a:extLst>
              <a:ext uri="{FF2B5EF4-FFF2-40B4-BE49-F238E27FC236}">
                <a16:creationId xmlns:a16="http://schemas.microsoft.com/office/drawing/2014/main" id="{AF0A189F-0C1E-3976-5790-FE772F7C21B4}"/>
              </a:ext>
            </a:extLst>
          </p:cNvPr>
          <p:cNvSpPr>
            <a:spLocks noGrp="1"/>
          </p:cNvSpPr>
          <p:nvPr>
            <p:ph type="ftr" sz="quarter" idx="3"/>
          </p:nvPr>
        </p:nvSpPr>
        <p:spPr/>
        <p:txBody>
          <a:bodyPr/>
          <a:lstStyle/>
          <a:p>
            <a:pPr>
              <a:defRPr/>
            </a:pPr>
            <a:r>
              <a:rPr lang="en-GB" noProof="1"/>
              <a:t> </a:t>
            </a:r>
          </a:p>
        </p:txBody>
      </p:sp>
      <p:sp>
        <p:nvSpPr>
          <p:cNvPr id="20" name="Content Placeholder 2">
            <a:extLst>
              <a:ext uri="{FF2B5EF4-FFF2-40B4-BE49-F238E27FC236}">
                <a16:creationId xmlns:a16="http://schemas.microsoft.com/office/drawing/2014/main" id="{9A6CB5AC-4276-BD1F-DC29-3EE154579898}"/>
              </a:ext>
            </a:extLst>
          </p:cNvPr>
          <p:cNvSpPr>
            <a:spLocks noGrp="1"/>
          </p:cNvSpPr>
          <p:nvPr>
            <p:ph sz="quarter" idx="11"/>
          </p:nvPr>
        </p:nvSpPr>
        <p:spPr>
          <a:xfrm>
            <a:off x="720000" y="1656000"/>
            <a:ext cx="6263553" cy="3130604"/>
          </a:xfrm>
        </p:spPr>
        <p:txBody>
          <a:bodyPr/>
          <a:lstStyle/>
          <a:p>
            <a:r>
              <a:rPr lang="en-US" sz="1400" dirty="0"/>
              <a:t>Based on Hansen Global Forest Change data:</a:t>
            </a:r>
          </a:p>
          <a:p>
            <a:pPr marL="285750" indent="-285750">
              <a:buFont typeface="Arial" panose="020B0604020202020204" pitchFamily="34" charset="0"/>
              <a:buChar char="•"/>
            </a:pPr>
            <a:r>
              <a:rPr lang="en-US" sz="1400" dirty="0"/>
              <a:t>Over the past 10 years, the forest cover in the area has declined from 90% to 84% in 2024.</a:t>
            </a:r>
          </a:p>
          <a:p>
            <a:pPr marL="285750" indent="-285750">
              <a:buFont typeface="Arial" panose="020B0604020202020204" pitchFamily="34" charset="0"/>
              <a:buChar char="•"/>
            </a:pPr>
            <a:r>
              <a:rPr lang="en-US" sz="1400" dirty="0"/>
              <a:t>Dataset limitations in Uganda:</a:t>
            </a:r>
          </a:p>
          <a:p>
            <a:pPr marL="516150" lvl="1" indent="-285750">
              <a:buFont typeface="Arial" panose="020B0604020202020204" pitchFamily="34" charset="0"/>
              <a:buChar char="•"/>
            </a:pPr>
            <a:r>
              <a:rPr lang="en-US" sz="1400" dirty="0"/>
              <a:t>Less accurate in dry forests and agroforestry landscapes</a:t>
            </a:r>
          </a:p>
          <a:p>
            <a:pPr marL="516150" lvl="1" indent="-285750">
              <a:buFont typeface="Arial" panose="020B0604020202020204" pitchFamily="34" charset="0"/>
              <a:buChar char="•"/>
            </a:pPr>
            <a:r>
              <a:rPr lang="en-US" sz="1400" dirty="0"/>
              <a:t>May underestimate forest cover in mosaic or community-managed areas</a:t>
            </a:r>
          </a:p>
          <a:p>
            <a:r>
              <a:rPr lang="en-US" sz="1400" dirty="0">
                <a:solidFill>
                  <a:srgbClr val="FF0000"/>
                </a:solidFill>
              </a:rPr>
              <a:t>Use Hansen data with caution. Higher-resolution data from Chloris is available, but only partially covers the area and was therefore not used in this analysis.</a:t>
            </a:r>
          </a:p>
          <a:p>
            <a:endParaRPr lang="en-US" sz="1400" dirty="0"/>
          </a:p>
        </p:txBody>
      </p:sp>
      <p:pic>
        <p:nvPicPr>
          <p:cNvPr id="7" name="Picture 6">
            <a:extLst>
              <a:ext uri="{FF2B5EF4-FFF2-40B4-BE49-F238E27FC236}">
                <a16:creationId xmlns:a16="http://schemas.microsoft.com/office/drawing/2014/main" id="{2DF0468D-4970-9D19-07E3-E84BB66B5CA1}"/>
              </a:ext>
            </a:extLst>
          </p:cNvPr>
          <p:cNvPicPr>
            <a:picLocks noChangeAspect="1"/>
          </p:cNvPicPr>
          <p:nvPr/>
        </p:nvPicPr>
        <p:blipFill>
          <a:blip r:embed="rId2"/>
          <a:stretch>
            <a:fillRect/>
          </a:stretch>
        </p:blipFill>
        <p:spPr>
          <a:xfrm>
            <a:off x="6898993" y="898364"/>
            <a:ext cx="4619068" cy="2867556"/>
          </a:xfrm>
          <a:prstGeom prst="rect">
            <a:avLst/>
          </a:prstGeom>
        </p:spPr>
      </p:pic>
      <p:grpSp>
        <p:nvGrpSpPr>
          <p:cNvPr id="13" name="Group 12">
            <a:extLst>
              <a:ext uri="{FF2B5EF4-FFF2-40B4-BE49-F238E27FC236}">
                <a16:creationId xmlns:a16="http://schemas.microsoft.com/office/drawing/2014/main" id="{84C6ECFF-A9B1-747B-C9C4-CAE472E67CCA}"/>
              </a:ext>
            </a:extLst>
          </p:cNvPr>
          <p:cNvGrpSpPr/>
          <p:nvPr/>
        </p:nvGrpSpPr>
        <p:grpSpPr>
          <a:xfrm>
            <a:off x="6898993" y="3683107"/>
            <a:ext cx="5281847" cy="3023692"/>
            <a:chOff x="6475394" y="3765920"/>
            <a:chExt cx="5281847" cy="3023692"/>
          </a:xfrm>
        </p:grpSpPr>
        <p:pic>
          <p:nvPicPr>
            <p:cNvPr id="10" name="Picture 9">
              <a:extLst>
                <a:ext uri="{FF2B5EF4-FFF2-40B4-BE49-F238E27FC236}">
                  <a16:creationId xmlns:a16="http://schemas.microsoft.com/office/drawing/2014/main" id="{F4B6DCD7-74F0-3494-9A10-3C3DDEA7D60A}"/>
                </a:ext>
              </a:extLst>
            </p:cNvPr>
            <p:cNvPicPr>
              <a:picLocks noChangeAspect="1"/>
            </p:cNvPicPr>
            <p:nvPr/>
          </p:nvPicPr>
          <p:blipFill>
            <a:blip r:embed="rId3"/>
            <a:srcRect b="67457"/>
            <a:stretch>
              <a:fillRect/>
            </a:stretch>
          </p:blipFill>
          <p:spPr>
            <a:xfrm>
              <a:off x="6475394" y="3765920"/>
              <a:ext cx="5281847" cy="1034779"/>
            </a:xfrm>
            <a:prstGeom prst="rect">
              <a:avLst/>
            </a:prstGeom>
          </p:spPr>
        </p:pic>
        <p:pic>
          <p:nvPicPr>
            <p:cNvPr id="11" name="Picture 10">
              <a:extLst>
                <a:ext uri="{FF2B5EF4-FFF2-40B4-BE49-F238E27FC236}">
                  <a16:creationId xmlns:a16="http://schemas.microsoft.com/office/drawing/2014/main" id="{31FE0EDC-7E5B-B784-F7F3-076BFBC689ED}"/>
                </a:ext>
              </a:extLst>
            </p:cNvPr>
            <p:cNvPicPr>
              <a:picLocks noChangeAspect="1"/>
            </p:cNvPicPr>
            <p:nvPr/>
          </p:nvPicPr>
          <p:blipFill>
            <a:blip r:embed="rId3"/>
            <a:srcRect t="31864"/>
            <a:stretch>
              <a:fillRect/>
            </a:stretch>
          </p:blipFill>
          <p:spPr>
            <a:xfrm>
              <a:off x="6475394" y="4800699"/>
              <a:ext cx="4848784" cy="1988913"/>
            </a:xfrm>
            <a:prstGeom prst="rect">
              <a:avLst/>
            </a:prstGeom>
          </p:spPr>
        </p:pic>
      </p:grpSp>
      <p:pic>
        <p:nvPicPr>
          <p:cNvPr id="16" name="Picture 15">
            <a:extLst>
              <a:ext uri="{FF2B5EF4-FFF2-40B4-BE49-F238E27FC236}">
                <a16:creationId xmlns:a16="http://schemas.microsoft.com/office/drawing/2014/main" id="{52DFC775-317E-750D-A758-53295561FC38}"/>
              </a:ext>
            </a:extLst>
          </p:cNvPr>
          <p:cNvPicPr>
            <a:picLocks noChangeAspect="1"/>
          </p:cNvPicPr>
          <p:nvPr/>
        </p:nvPicPr>
        <p:blipFill>
          <a:blip r:embed="rId4"/>
          <a:srcRect b="72068"/>
          <a:stretch>
            <a:fillRect/>
          </a:stretch>
        </p:blipFill>
        <p:spPr>
          <a:xfrm>
            <a:off x="687147" y="4717886"/>
            <a:ext cx="4700877" cy="808025"/>
          </a:xfrm>
          <a:prstGeom prst="rect">
            <a:avLst/>
          </a:prstGeom>
        </p:spPr>
      </p:pic>
      <p:pic>
        <p:nvPicPr>
          <p:cNvPr id="17" name="Picture 16">
            <a:extLst>
              <a:ext uri="{FF2B5EF4-FFF2-40B4-BE49-F238E27FC236}">
                <a16:creationId xmlns:a16="http://schemas.microsoft.com/office/drawing/2014/main" id="{15D23020-168A-C64A-DA6A-0C8AC8183739}"/>
              </a:ext>
            </a:extLst>
          </p:cNvPr>
          <p:cNvPicPr>
            <a:picLocks noChangeAspect="1"/>
          </p:cNvPicPr>
          <p:nvPr/>
        </p:nvPicPr>
        <p:blipFill>
          <a:blip r:embed="rId4"/>
          <a:srcRect t="29179"/>
          <a:stretch>
            <a:fillRect/>
          </a:stretch>
        </p:blipFill>
        <p:spPr>
          <a:xfrm>
            <a:off x="3073940" y="5111726"/>
            <a:ext cx="3640413" cy="1586564"/>
          </a:xfrm>
          <a:prstGeom prst="rect">
            <a:avLst/>
          </a:prstGeom>
        </p:spPr>
      </p:pic>
    </p:spTree>
    <p:extLst>
      <p:ext uri="{BB962C8B-B14F-4D97-AF65-F5344CB8AC3E}">
        <p14:creationId xmlns:p14="http://schemas.microsoft.com/office/powerpoint/2010/main" val="36950180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68E12-C031-9773-42C2-418C9BA3D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CC15D-9CDE-1AF1-3811-ECE371B9C95B}"/>
              </a:ext>
            </a:extLst>
          </p:cNvPr>
          <p:cNvSpPr>
            <a:spLocks noGrp="1"/>
          </p:cNvSpPr>
          <p:nvPr>
            <p:ph type="title"/>
          </p:nvPr>
        </p:nvSpPr>
        <p:spPr/>
        <p:txBody>
          <a:bodyPr/>
          <a:lstStyle/>
          <a:p>
            <a:r>
              <a:rPr lang="en-US" dirty="0"/>
              <a:t>Continuous non-forest over past 10 years (Hansen)</a:t>
            </a:r>
          </a:p>
        </p:txBody>
      </p:sp>
      <p:sp>
        <p:nvSpPr>
          <p:cNvPr id="4" name="Date Placeholder 3">
            <a:extLst>
              <a:ext uri="{FF2B5EF4-FFF2-40B4-BE49-F238E27FC236}">
                <a16:creationId xmlns:a16="http://schemas.microsoft.com/office/drawing/2014/main" id="{03893A59-C84F-3A53-9FE1-FCEBCD6A5B51}"/>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0657F055-33E9-1F43-A103-90E36D389D16}"/>
              </a:ext>
            </a:extLst>
          </p:cNvPr>
          <p:cNvSpPr>
            <a:spLocks noGrp="1"/>
          </p:cNvSpPr>
          <p:nvPr>
            <p:ph type="sldNum" sz="quarter" idx="4"/>
          </p:nvPr>
        </p:nvSpPr>
        <p:spPr/>
        <p:txBody>
          <a:bodyPr/>
          <a:lstStyle/>
          <a:p>
            <a:fld id="{D32BAE6A-B452-4007-8177-56DD051636F9}" type="slidenum">
              <a:rPr lang="en-GB" noProof="1" smtClean="0"/>
              <a:pPr/>
              <a:t>9</a:t>
            </a:fld>
            <a:endParaRPr lang="en-GB" noProof="1"/>
          </a:p>
        </p:txBody>
      </p:sp>
      <p:sp>
        <p:nvSpPr>
          <p:cNvPr id="6" name="Footer Placeholder 5">
            <a:extLst>
              <a:ext uri="{FF2B5EF4-FFF2-40B4-BE49-F238E27FC236}">
                <a16:creationId xmlns:a16="http://schemas.microsoft.com/office/drawing/2014/main" id="{235FAC8D-5841-7E3D-77B4-9985E695556C}"/>
              </a:ext>
            </a:extLst>
          </p:cNvPr>
          <p:cNvSpPr>
            <a:spLocks noGrp="1"/>
          </p:cNvSpPr>
          <p:nvPr>
            <p:ph type="ftr" sz="quarter" idx="3"/>
          </p:nvPr>
        </p:nvSpPr>
        <p:spPr/>
        <p:txBody>
          <a:bodyPr/>
          <a:lstStyle/>
          <a:p>
            <a:pPr>
              <a:defRPr/>
            </a:pPr>
            <a:r>
              <a:rPr lang="en-GB" noProof="1"/>
              <a:t> </a:t>
            </a:r>
          </a:p>
        </p:txBody>
      </p:sp>
      <p:sp>
        <p:nvSpPr>
          <p:cNvPr id="20" name="Content Placeholder 2">
            <a:extLst>
              <a:ext uri="{FF2B5EF4-FFF2-40B4-BE49-F238E27FC236}">
                <a16:creationId xmlns:a16="http://schemas.microsoft.com/office/drawing/2014/main" id="{BFA6CE88-3F49-8CC8-BDAA-03FE253E5ECD}"/>
              </a:ext>
            </a:extLst>
          </p:cNvPr>
          <p:cNvSpPr>
            <a:spLocks noGrp="1"/>
          </p:cNvSpPr>
          <p:nvPr>
            <p:ph sz="quarter" idx="11"/>
          </p:nvPr>
        </p:nvSpPr>
        <p:spPr>
          <a:xfrm>
            <a:off x="720000" y="1656000"/>
            <a:ext cx="10750749" cy="3130604"/>
          </a:xfrm>
        </p:spPr>
        <p:txBody>
          <a:bodyPr/>
          <a:lstStyle/>
          <a:p>
            <a:r>
              <a:rPr lang="en-US" sz="1400" dirty="0"/>
              <a:t>By combining Hansen Global Forest Change data from 2015 to 2024 and applying a mask to retain only pixels classified as non-forest, a total of 126 ha were identified as continuously non-forest throughout the period. This is ~1,5% of the total area.</a:t>
            </a:r>
          </a:p>
          <a:p>
            <a:endParaRPr lang="en-US" sz="1400" dirty="0"/>
          </a:p>
          <a:p>
            <a:r>
              <a:rPr lang="en-US" sz="1400" dirty="0"/>
              <a:t>However, it’s important to note that the Hansen dataset has a 30-meter spatial resolution and known limitations in tropical dry forest regions, such as those found in Uganda. Therefore, results should be interpreted with caution.</a:t>
            </a:r>
          </a:p>
          <a:p>
            <a:endParaRPr lang="en-US" sz="1400" dirty="0"/>
          </a:p>
          <a:p>
            <a:r>
              <a:rPr lang="en-US" sz="1400" dirty="0">
                <a:solidFill>
                  <a:schemeClr val="accent2"/>
                </a:solidFill>
              </a:rPr>
              <a:t>The continuous non-forest areas can be excluded from the area of interest if needed.</a:t>
            </a:r>
          </a:p>
        </p:txBody>
      </p:sp>
      <p:pic>
        <p:nvPicPr>
          <p:cNvPr id="19" name="Picture 18">
            <a:extLst>
              <a:ext uri="{FF2B5EF4-FFF2-40B4-BE49-F238E27FC236}">
                <a16:creationId xmlns:a16="http://schemas.microsoft.com/office/drawing/2014/main" id="{CAD5B2C4-33C7-1474-FC62-C7281806AB1D}"/>
              </a:ext>
            </a:extLst>
          </p:cNvPr>
          <p:cNvPicPr>
            <a:picLocks noChangeAspect="1"/>
          </p:cNvPicPr>
          <p:nvPr/>
        </p:nvPicPr>
        <p:blipFill>
          <a:blip r:embed="rId2"/>
          <a:stretch>
            <a:fillRect/>
          </a:stretch>
        </p:blipFill>
        <p:spPr>
          <a:xfrm>
            <a:off x="5024099" y="3809365"/>
            <a:ext cx="3370871" cy="2897434"/>
          </a:xfrm>
          <a:prstGeom prst="rect">
            <a:avLst/>
          </a:prstGeom>
        </p:spPr>
      </p:pic>
      <p:pic>
        <p:nvPicPr>
          <p:cNvPr id="22" name="Picture 21">
            <a:extLst>
              <a:ext uri="{FF2B5EF4-FFF2-40B4-BE49-F238E27FC236}">
                <a16:creationId xmlns:a16="http://schemas.microsoft.com/office/drawing/2014/main" id="{1D680E0F-DA35-A728-0420-301864C41D94}"/>
              </a:ext>
            </a:extLst>
          </p:cNvPr>
          <p:cNvPicPr>
            <a:picLocks noChangeAspect="1"/>
          </p:cNvPicPr>
          <p:nvPr/>
        </p:nvPicPr>
        <p:blipFill>
          <a:blip r:embed="rId3"/>
          <a:stretch>
            <a:fillRect/>
          </a:stretch>
        </p:blipFill>
        <p:spPr>
          <a:xfrm>
            <a:off x="766800" y="3835193"/>
            <a:ext cx="4043465" cy="2712014"/>
          </a:xfrm>
          <a:prstGeom prst="rect">
            <a:avLst/>
          </a:prstGeom>
        </p:spPr>
      </p:pic>
    </p:spTree>
    <p:extLst>
      <p:ext uri="{BB962C8B-B14F-4D97-AF65-F5344CB8AC3E}">
        <p14:creationId xmlns:p14="http://schemas.microsoft.com/office/powerpoint/2010/main" val="307636340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0841-D30C-8CDB-12F3-335151546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CF3BC-8D31-561D-E5B7-9CA3B6865DFB}"/>
              </a:ext>
            </a:extLst>
          </p:cNvPr>
          <p:cNvSpPr>
            <a:spLocks noGrp="1"/>
          </p:cNvSpPr>
          <p:nvPr>
            <p:ph type="title"/>
          </p:nvPr>
        </p:nvSpPr>
        <p:spPr/>
        <p:txBody>
          <a:bodyPr/>
          <a:lstStyle/>
          <a:p>
            <a:r>
              <a:rPr lang="en-US" dirty="0"/>
              <a:t>Landcover (Dynamic World)</a:t>
            </a:r>
            <a:endParaRPr lang="en-GB" dirty="0"/>
          </a:p>
        </p:txBody>
      </p:sp>
      <p:sp>
        <p:nvSpPr>
          <p:cNvPr id="4" name="Date Placeholder 3">
            <a:extLst>
              <a:ext uri="{FF2B5EF4-FFF2-40B4-BE49-F238E27FC236}">
                <a16:creationId xmlns:a16="http://schemas.microsoft.com/office/drawing/2014/main" id="{7E8AD00A-AFAF-95B6-3F3C-7F8976DA5E22}"/>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8944C95A-8C9B-4FC3-8628-22E9928FD60C}"/>
              </a:ext>
            </a:extLst>
          </p:cNvPr>
          <p:cNvSpPr>
            <a:spLocks noGrp="1"/>
          </p:cNvSpPr>
          <p:nvPr>
            <p:ph type="sldNum" sz="quarter" idx="4"/>
          </p:nvPr>
        </p:nvSpPr>
        <p:spPr/>
        <p:txBody>
          <a:bodyPr/>
          <a:lstStyle/>
          <a:p>
            <a:fld id="{D32BAE6A-B452-4007-8177-56DD051636F9}" type="slidenum">
              <a:rPr lang="en-GB" noProof="1" smtClean="0"/>
              <a:pPr/>
              <a:t>10</a:t>
            </a:fld>
            <a:endParaRPr lang="en-GB" noProof="1"/>
          </a:p>
        </p:txBody>
      </p:sp>
      <p:sp>
        <p:nvSpPr>
          <p:cNvPr id="6" name="Footer Placeholder 5">
            <a:extLst>
              <a:ext uri="{FF2B5EF4-FFF2-40B4-BE49-F238E27FC236}">
                <a16:creationId xmlns:a16="http://schemas.microsoft.com/office/drawing/2014/main" id="{7CFFA0CF-7004-046E-6660-8D16059CA0E5}"/>
              </a:ext>
            </a:extLst>
          </p:cNvPr>
          <p:cNvSpPr>
            <a:spLocks noGrp="1"/>
          </p:cNvSpPr>
          <p:nvPr>
            <p:ph type="ftr" sz="quarter" idx="3"/>
          </p:nvPr>
        </p:nvSpPr>
        <p:spPr/>
        <p:txBody>
          <a:bodyPr/>
          <a:lstStyle/>
          <a:p>
            <a:pPr>
              <a:defRPr/>
            </a:pPr>
            <a:r>
              <a:rPr lang="en-GB" noProof="1"/>
              <a:t> </a:t>
            </a:r>
          </a:p>
        </p:txBody>
      </p:sp>
      <p:sp>
        <p:nvSpPr>
          <p:cNvPr id="3" name="Content Placeholder 2">
            <a:extLst>
              <a:ext uri="{FF2B5EF4-FFF2-40B4-BE49-F238E27FC236}">
                <a16:creationId xmlns:a16="http://schemas.microsoft.com/office/drawing/2014/main" id="{ED56BA14-7474-0A9B-AFEE-D1B0CCA64057}"/>
              </a:ext>
            </a:extLst>
          </p:cNvPr>
          <p:cNvSpPr>
            <a:spLocks noGrp="1"/>
          </p:cNvSpPr>
          <p:nvPr>
            <p:ph sz="quarter" idx="11"/>
          </p:nvPr>
        </p:nvSpPr>
        <p:spPr>
          <a:xfrm>
            <a:off x="720000" y="1656000"/>
            <a:ext cx="8933222" cy="2124659"/>
          </a:xfrm>
        </p:spPr>
        <p:txBody>
          <a:bodyPr/>
          <a:lstStyle/>
          <a:p>
            <a:r>
              <a:rPr lang="en-US" sz="1400" dirty="0"/>
              <a:t>According to Dynamic World approximately ~100 ha has been classified as built-up 2025, according to Dynamic World data. Dynamic World has a spatial resolution of 10 meters and provides near real-time land cover classification. However, it may not reliably detect small or low-density built-up features, especially in rural or mixed-use landscapes. Over visual check with OSM and satellite data, it can be concluded these areas are mixed  human activities. </a:t>
            </a:r>
            <a:r>
              <a:rPr lang="en-US" sz="1400" dirty="0">
                <a:solidFill>
                  <a:schemeClr val="accent2"/>
                </a:solidFill>
              </a:rPr>
              <a:t>These areas can be excluded from the area of interest if needed.</a:t>
            </a:r>
          </a:p>
          <a:p>
            <a:endParaRPr lang="en-US" sz="1400" dirty="0"/>
          </a:p>
        </p:txBody>
      </p:sp>
      <p:grpSp>
        <p:nvGrpSpPr>
          <p:cNvPr id="13" name="Group 12">
            <a:extLst>
              <a:ext uri="{FF2B5EF4-FFF2-40B4-BE49-F238E27FC236}">
                <a16:creationId xmlns:a16="http://schemas.microsoft.com/office/drawing/2014/main" id="{AC77D86B-C25D-B1B2-0A24-EDAE340C6EED}"/>
              </a:ext>
            </a:extLst>
          </p:cNvPr>
          <p:cNvGrpSpPr/>
          <p:nvPr/>
        </p:nvGrpSpPr>
        <p:grpSpPr>
          <a:xfrm>
            <a:off x="104228" y="3162949"/>
            <a:ext cx="7381374" cy="3733398"/>
            <a:chOff x="0" y="2889136"/>
            <a:chExt cx="7381374" cy="3733398"/>
          </a:xfrm>
        </p:grpSpPr>
        <p:pic>
          <p:nvPicPr>
            <p:cNvPr id="19" name="Picture 18">
              <a:extLst>
                <a:ext uri="{FF2B5EF4-FFF2-40B4-BE49-F238E27FC236}">
                  <a16:creationId xmlns:a16="http://schemas.microsoft.com/office/drawing/2014/main" id="{E056F1E5-D9D1-0A13-01A7-EF30947BD325}"/>
                </a:ext>
              </a:extLst>
            </p:cNvPr>
            <p:cNvPicPr>
              <a:picLocks noChangeAspect="1"/>
            </p:cNvPicPr>
            <p:nvPr/>
          </p:nvPicPr>
          <p:blipFill>
            <a:blip r:embed="rId2"/>
            <a:srcRect b="79034"/>
            <a:stretch>
              <a:fillRect/>
            </a:stretch>
          </p:blipFill>
          <p:spPr>
            <a:xfrm>
              <a:off x="508000" y="2889136"/>
              <a:ext cx="6873374" cy="728359"/>
            </a:xfrm>
            <a:prstGeom prst="rect">
              <a:avLst/>
            </a:prstGeom>
          </p:spPr>
        </p:pic>
        <p:pic>
          <p:nvPicPr>
            <p:cNvPr id="8" name="Picture 7">
              <a:extLst>
                <a:ext uri="{FF2B5EF4-FFF2-40B4-BE49-F238E27FC236}">
                  <a16:creationId xmlns:a16="http://schemas.microsoft.com/office/drawing/2014/main" id="{1503B3E7-1390-37C6-158A-F58B60D3E1C3}"/>
                </a:ext>
              </a:extLst>
            </p:cNvPr>
            <p:cNvPicPr>
              <a:picLocks noChangeAspect="1"/>
            </p:cNvPicPr>
            <p:nvPr/>
          </p:nvPicPr>
          <p:blipFill>
            <a:blip r:embed="rId3"/>
            <a:srcRect t="13051" r="65408"/>
            <a:stretch>
              <a:fillRect/>
            </a:stretch>
          </p:blipFill>
          <p:spPr>
            <a:xfrm>
              <a:off x="508000" y="4058653"/>
              <a:ext cx="1786021" cy="2529346"/>
            </a:xfrm>
            <a:prstGeom prst="rect">
              <a:avLst/>
            </a:prstGeom>
          </p:spPr>
        </p:pic>
        <p:pic>
          <p:nvPicPr>
            <p:cNvPr id="9" name="Picture 8">
              <a:extLst>
                <a:ext uri="{FF2B5EF4-FFF2-40B4-BE49-F238E27FC236}">
                  <a16:creationId xmlns:a16="http://schemas.microsoft.com/office/drawing/2014/main" id="{2D221EA7-5D59-4179-AC88-A12235A57139}"/>
                </a:ext>
              </a:extLst>
            </p:cNvPr>
            <p:cNvPicPr>
              <a:picLocks noChangeAspect="1"/>
            </p:cNvPicPr>
            <p:nvPr/>
          </p:nvPicPr>
          <p:blipFill>
            <a:blip r:embed="rId3"/>
            <a:srcRect l="62953" t="15446" b="4356"/>
            <a:stretch>
              <a:fillRect/>
            </a:stretch>
          </p:blipFill>
          <p:spPr>
            <a:xfrm>
              <a:off x="2294021" y="4136225"/>
              <a:ext cx="1912806" cy="2332975"/>
            </a:xfrm>
            <a:prstGeom prst="rect">
              <a:avLst/>
            </a:prstGeom>
          </p:spPr>
        </p:pic>
        <p:pic>
          <p:nvPicPr>
            <p:cNvPr id="10" name="Picture 9">
              <a:extLst>
                <a:ext uri="{FF2B5EF4-FFF2-40B4-BE49-F238E27FC236}">
                  <a16:creationId xmlns:a16="http://schemas.microsoft.com/office/drawing/2014/main" id="{064E2FC3-C787-C1F7-848F-A8A373AB042C}"/>
                </a:ext>
              </a:extLst>
            </p:cNvPr>
            <p:cNvPicPr>
              <a:picLocks noChangeAspect="1"/>
            </p:cNvPicPr>
            <p:nvPr/>
          </p:nvPicPr>
          <p:blipFill>
            <a:blip r:embed="rId3"/>
            <a:srcRect b="86518"/>
            <a:stretch>
              <a:fillRect/>
            </a:stretch>
          </p:blipFill>
          <p:spPr>
            <a:xfrm>
              <a:off x="155479" y="3680770"/>
              <a:ext cx="5163123" cy="392179"/>
            </a:xfrm>
            <a:prstGeom prst="rect">
              <a:avLst/>
            </a:prstGeom>
          </p:spPr>
        </p:pic>
        <p:pic>
          <p:nvPicPr>
            <p:cNvPr id="11" name="Picture 10">
              <a:extLst>
                <a:ext uri="{FF2B5EF4-FFF2-40B4-BE49-F238E27FC236}">
                  <a16:creationId xmlns:a16="http://schemas.microsoft.com/office/drawing/2014/main" id="{6B6E6A7F-F927-AA2C-1D1B-569F3BD34185}"/>
                </a:ext>
              </a:extLst>
            </p:cNvPr>
            <p:cNvPicPr>
              <a:picLocks noChangeAspect="1"/>
            </p:cNvPicPr>
            <p:nvPr/>
          </p:nvPicPr>
          <p:blipFill>
            <a:blip r:embed="rId3"/>
            <a:srcRect l="36385" t="13209" r="37205" b="6593"/>
            <a:stretch>
              <a:fillRect/>
            </a:stretch>
          </p:blipFill>
          <p:spPr>
            <a:xfrm>
              <a:off x="4039937" y="4058653"/>
              <a:ext cx="1363579" cy="2332975"/>
            </a:xfrm>
            <a:prstGeom prst="rect">
              <a:avLst/>
            </a:prstGeom>
          </p:spPr>
        </p:pic>
        <p:pic>
          <p:nvPicPr>
            <p:cNvPr id="12" name="Picture 11">
              <a:extLst>
                <a:ext uri="{FF2B5EF4-FFF2-40B4-BE49-F238E27FC236}">
                  <a16:creationId xmlns:a16="http://schemas.microsoft.com/office/drawing/2014/main" id="{13DD2A20-ED01-750B-6884-FF9D91F30D1A}"/>
                </a:ext>
              </a:extLst>
            </p:cNvPr>
            <p:cNvPicPr>
              <a:picLocks noChangeAspect="1"/>
            </p:cNvPicPr>
            <p:nvPr/>
          </p:nvPicPr>
          <p:blipFill>
            <a:blip r:embed="rId3"/>
            <a:srcRect t="94729"/>
            <a:stretch>
              <a:fillRect/>
            </a:stretch>
          </p:blipFill>
          <p:spPr>
            <a:xfrm>
              <a:off x="0" y="6469198"/>
              <a:ext cx="5163123" cy="153336"/>
            </a:xfrm>
            <a:prstGeom prst="rect">
              <a:avLst/>
            </a:prstGeom>
          </p:spPr>
        </p:pic>
      </p:grpSp>
      <p:pic>
        <p:nvPicPr>
          <p:cNvPr id="17" name="Picture 16">
            <a:extLst>
              <a:ext uri="{FF2B5EF4-FFF2-40B4-BE49-F238E27FC236}">
                <a16:creationId xmlns:a16="http://schemas.microsoft.com/office/drawing/2014/main" id="{C96D09AC-1C9B-17A9-760C-DE2E31B5F1C4}"/>
              </a:ext>
            </a:extLst>
          </p:cNvPr>
          <p:cNvPicPr>
            <a:picLocks noChangeAspect="1"/>
          </p:cNvPicPr>
          <p:nvPr/>
        </p:nvPicPr>
        <p:blipFill>
          <a:blip r:embed="rId4">
            <a:alphaModFix/>
          </a:blip>
          <a:srcRect l="11921" t="4266" r="18494" b="6284"/>
          <a:stretch>
            <a:fillRect/>
          </a:stretch>
        </p:blipFill>
        <p:spPr>
          <a:xfrm>
            <a:off x="9548226" y="151200"/>
            <a:ext cx="2481298" cy="2877811"/>
          </a:xfrm>
          <a:prstGeom prst="rect">
            <a:avLst/>
          </a:prstGeom>
        </p:spPr>
      </p:pic>
      <p:pic>
        <p:nvPicPr>
          <p:cNvPr id="20" name="Picture 19">
            <a:extLst>
              <a:ext uri="{FF2B5EF4-FFF2-40B4-BE49-F238E27FC236}">
                <a16:creationId xmlns:a16="http://schemas.microsoft.com/office/drawing/2014/main" id="{54000D60-9A19-3534-953E-C578B3E6E9BB}"/>
              </a:ext>
            </a:extLst>
          </p:cNvPr>
          <p:cNvPicPr>
            <a:picLocks noChangeAspect="1"/>
          </p:cNvPicPr>
          <p:nvPr/>
        </p:nvPicPr>
        <p:blipFill>
          <a:blip r:embed="rId5"/>
          <a:stretch>
            <a:fillRect/>
          </a:stretch>
        </p:blipFill>
        <p:spPr>
          <a:xfrm>
            <a:off x="7401830" y="3132306"/>
            <a:ext cx="4771150" cy="3615508"/>
          </a:xfrm>
          <a:prstGeom prst="rect">
            <a:avLst/>
          </a:prstGeom>
        </p:spPr>
      </p:pic>
      <p:sp>
        <p:nvSpPr>
          <p:cNvPr id="21" name="Oval 20">
            <a:extLst>
              <a:ext uri="{FF2B5EF4-FFF2-40B4-BE49-F238E27FC236}">
                <a16:creationId xmlns:a16="http://schemas.microsoft.com/office/drawing/2014/main" id="{18EF0907-8CC0-002C-9B0D-364882DECBC2}"/>
              </a:ext>
            </a:extLst>
          </p:cNvPr>
          <p:cNvSpPr/>
          <p:nvPr/>
        </p:nvSpPr>
        <p:spPr>
          <a:xfrm>
            <a:off x="9441222" y="3680770"/>
            <a:ext cx="1346753" cy="1299792"/>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p>
        </p:txBody>
      </p:sp>
      <p:cxnSp>
        <p:nvCxnSpPr>
          <p:cNvPr id="23" name="Straight Arrow Connector 22">
            <a:extLst>
              <a:ext uri="{FF2B5EF4-FFF2-40B4-BE49-F238E27FC236}">
                <a16:creationId xmlns:a16="http://schemas.microsoft.com/office/drawing/2014/main" id="{96F900EA-5EB0-F693-FC0B-67AC2C210AA3}"/>
              </a:ext>
            </a:extLst>
          </p:cNvPr>
          <p:cNvCxnSpPr>
            <a:cxnSpLocks/>
          </p:cNvCxnSpPr>
          <p:nvPr/>
        </p:nvCxnSpPr>
        <p:spPr>
          <a:xfrm flipH="1">
            <a:off x="10114598" y="1856096"/>
            <a:ext cx="208455" cy="172137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4969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ED53-4072-B690-EFC4-B37A3EB6AEC4}"/>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A9D9C885-C484-E7AB-D37B-A336B7D77643}"/>
              </a:ext>
            </a:extLst>
          </p:cNvPr>
          <p:cNvPicPr>
            <a:picLocks noChangeAspect="1"/>
          </p:cNvPicPr>
          <p:nvPr/>
        </p:nvPicPr>
        <p:blipFill>
          <a:blip r:embed="rId2"/>
          <a:srcRect l="17216" t="14401" b="14830"/>
          <a:stretch>
            <a:fillRect/>
          </a:stretch>
        </p:blipFill>
        <p:spPr>
          <a:xfrm>
            <a:off x="8663290" y="4331373"/>
            <a:ext cx="3280178" cy="2309003"/>
          </a:xfrm>
          <a:prstGeom prst="rect">
            <a:avLst/>
          </a:prstGeom>
        </p:spPr>
      </p:pic>
      <p:sp>
        <p:nvSpPr>
          <p:cNvPr id="2" name="Title 1">
            <a:extLst>
              <a:ext uri="{FF2B5EF4-FFF2-40B4-BE49-F238E27FC236}">
                <a16:creationId xmlns:a16="http://schemas.microsoft.com/office/drawing/2014/main" id="{6D1373CE-C9F2-6813-1533-6A7848C311F0}"/>
              </a:ext>
            </a:extLst>
          </p:cNvPr>
          <p:cNvSpPr>
            <a:spLocks noGrp="1"/>
          </p:cNvSpPr>
          <p:nvPr>
            <p:ph type="title"/>
          </p:nvPr>
        </p:nvSpPr>
        <p:spPr/>
        <p:txBody>
          <a:bodyPr/>
          <a:lstStyle/>
          <a:p>
            <a:r>
              <a:rPr lang="en-US" dirty="0"/>
              <a:t>Excluding Built-Up Areas (Dynamic World) from the Project Area</a:t>
            </a:r>
            <a:endParaRPr lang="en-GB" dirty="0"/>
          </a:p>
        </p:txBody>
      </p:sp>
      <p:sp>
        <p:nvSpPr>
          <p:cNvPr id="4" name="Date Placeholder 3">
            <a:extLst>
              <a:ext uri="{FF2B5EF4-FFF2-40B4-BE49-F238E27FC236}">
                <a16:creationId xmlns:a16="http://schemas.microsoft.com/office/drawing/2014/main" id="{49C20320-D379-4138-2FE1-166CD6D8B95C}"/>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D596F648-C0ED-C67A-0A65-FDBCD6329390}"/>
              </a:ext>
            </a:extLst>
          </p:cNvPr>
          <p:cNvSpPr>
            <a:spLocks noGrp="1"/>
          </p:cNvSpPr>
          <p:nvPr>
            <p:ph type="sldNum" sz="quarter" idx="4"/>
          </p:nvPr>
        </p:nvSpPr>
        <p:spPr/>
        <p:txBody>
          <a:bodyPr/>
          <a:lstStyle/>
          <a:p>
            <a:fld id="{D32BAE6A-B452-4007-8177-56DD051636F9}" type="slidenum">
              <a:rPr lang="en-GB" noProof="1" smtClean="0"/>
              <a:pPr/>
              <a:t>11</a:t>
            </a:fld>
            <a:endParaRPr lang="en-GB" noProof="1"/>
          </a:p>
        </p:txBody>
      </p:sp>
      <p:sp>
        <p:nvSpPr>
          <p:cNvPr id="6" name="Footer Placeholder 5">
            <a:extLst>
              <a:ext uri="{FF2B5EF4-FFF2-40B4-BE49-F238E27FC236}">
                <a16:creationId xmlns:a16="http://schemas.microsoft.com/office/drawing/2014/main" id="{BCA03B5C-5CD6-4C82-B5AB-6B2567C0186E}"/>
              </a:ext>
            </a:extLst>
          </p:cNvPr>
          <p:cNvSpPr>
            <a:spLocks noGrp="1"/>
          </p:cNvSpPr>
          <p:nvPr>
            <p:ph type="ftr" sz="quarter" idx="3"/>
          </p:nvPr>
        </p:nvSpPr>
        <p:spPr/>
        <p:txBody>
          <a:bodyPr/>
          <a:lstStyle/>
          <a:p>
            <a:pPr>
              <a:defRPr/>
            </a:pPr>
            <a:r>
              <a:rPr lang="en-GB" noProof="1"/>
              <a:t> </a:t>
            </a:r>
          </a:p>
        </p:txBody>
      </p:sp>
      <p:sp>
        <p:nvSpPr>
          <p:cNvPr id="3" name="Content Placeholder 2">
            <a:extLst>
              <a:ext uri="{FF2B5EF4-FFF2-40B4-BE49-F238E27FC236}">
                <a16:creationId xmlns:a16="http://schemas.microsoft.com/office/drawing/2014/main" id="{FC81B0CA-6ADA-D84B-10A4-0347F6B5FBBB}"/>
              </a:ext>
            </a:extLst>
          </p:cNvPr>
          <p:cNvSpPr>
            <a:spLocks noGrp="1"/>
          </p:cNvSpPr>
          <p:nvPr>
            <p:ph sz="quarter" idx="11"/>
          </p:nvPr>
        </p:nvSpPr>
        <p:spPr>
          <a:xfrm>
            <a:off x="720000" y="1656000"/>
            <a:ext cx="7335142" cy="5093716"/>
          </a:xfrm>
          <a:solidFill>
            <a:schemeClr val="bg1"/>
          </a:solidFill>
        </p:spPr>
        <p:txBody>
          <a:bodyPr/>
          <a:lstStyle/>
          <a:p>
            <a:r>
              <a:rPr lang="en-US" sz="1400" dirty="0"/>
              <a:t>To refine the analysis and exclude built-up areas from the project zone, the following steps were taken:</a:t>
            </a:r>
          </a:p>
          <a:p>
            <a:endParaRPr lang="en-US" sz="1400" dirty="0"/>
          </a:p>
          <a:p>
            <a:pPr marL="342900" indent="-342900">
              <a:buFont typeface="+mj-lt"/>
              <a:buAutoNum type="arabicPeriod"/>
            </a:pPr>
            <a:r>
              <a:rPr lang="en-US" sz="1400" dirty="0"/>
              <a:t>Extracted Built-Up Pixels</a:t>
            </a:r>
          </a:p>
          <a:p>
            <a:pPr marL="573300" lvl="1" indent="-342900"/>
            <a:r>
              <a:rPr lang="en-US" sz="1200" dirty="0"/>
              <a:t>Using the Dynamic World dataset, only pixels classified as built-up were selected.</a:t>
            </a:r>
          </a:p>
          <a:p>
            <a:pPr marL="342900" indent="-342900">
              <a:buFont typeface="+mj-lt"/>
              <a:buAutoNum type="arabicPeriod"/>
            </a:pPr>
            <a:r>
              <a:rPr lang="en-US" sz="1400" dirty="0"/>
              <a:t>Applied Focal Statistics</a:t>
            </a:r>
          </a:p>
          <a:p>
            <a:pPr marL="573300" lvl="1" indent="-342900"/>
            <a:r>
              <a:rPr lang="en-US" sz="1200" dirty="0"/>
              <a:t>A focal filter was used to remove isolated pixels, ensuring spatial coherence.</a:t>
            </a:r>
          </a:p>
          <a:p>
            <a:pPr marL="342900" indent="-342900">
              <a:buFont typeface="+mj-lt"/>
              <a:buAutoNum type="arabicPeriod"/>
            </a:pPr>
            <a:r>
              <a:rPr lang="en-US" sz="1400" dirty="0"/>
              <a:t>Converted to Polygons</a:t>
            </a:r>
          </a:p>
          <a:p>
            <a:pPr marL="573300" lvl="1" indent="-342900"/>
            <a:r>
              <a:rPr lang="en-US" sz="1200" dirty="0"/>
              <a:t>The filtered raster was transformed into vector polygons for further processing.</a:t>
            </a:r>
          </a:p>
          <a:p>
            <a:pPr marL="342900" indent="-342900">
              <a:buFont typeface="+mj-lt"/>
              <a:buAutoNum type="arabicPeriod"/>
            </a:pPr>
            <a:r>
              <a:rPr lang="en-US" sz="1400" dirty="0"/>
              <a:t>Smoothed Polygon Boundaries</a:t>
            </a:r>
          </a:p>
          <a:p>
            <a:pPr marL="573300" lvl="1" indent="-342900"/>
            <a:r>
              <a:rPr lang="en-US" sz="1200" dirty="0"/>
              <a:t>A smoothing algorithm was applied to reduce jagged edges and improve shape quality.</a:t>
            </a:r>
          </a:p>
          <a:p>
            <a:pPr marL="342900" indent="-342900">
              <a:buFont typeface="+mj-lt"/>
              <a:buAutoNum type="arabicPeriod"/>
            </a:pPr>
            <a:r>
              <a:rPr lang="en-US" sz="1400" dirty="0"/>
              <a:t>Removed Small Areas (&lt; 0.04 ha)</a:t>
            </a:r>
          </a:p>
          <a:p>
            <a:pPr marL="573300" lvl="1" indent="-342900"/>
            <a:r>
              <a:rPr lang="en-US" sz="1200" dirty="0"/>
              <a:t>Small, scattered polygons were excluded to eliminate likely misclassifications.</a:t>
            </a:r>
          </a:p>
          <a:p>
            <a:pPr marL="342900" indent="-342900">
              <a:buFont typeface="+mj-lt"/>
              <a:buAutoNum type="arabicPeriod"/>
            </a:pPr>
            <a:r>
              <a:rPr lang="en-US" sz="1400" dirty="0"/>
              <a:t>Clipped to Project Area</a:t>
            </a:r>
          </a:p>
          <a:p>
            <a:pPr marL="573300" lvl="1" indent="-342900"/>
            <a:r>
              <a:rPr lang="en-US" sz="1200" dirty="0"/>
              <a:t>The cleaned built-up polygons were subtracted from the project boundary.</a:t>
            </a:r>
          </a:p>
          <a:p>
            <a:endParaRPr lang="en-US" sz="1400" dirty="0"/>
          </a:p>
          <a:p>
            <a:r>
              <a:rPr lang="en-US" sz="1400" dirty="0"/>
              <a:t>Result:</a:t>
            </a:r>
          </a:p>
          <a:p>
            <a:r>
              <a:rPr lang="en-US" sz="1400" dirty="0"/>
              <a:t>A total of ~100 ha of built-up land was excluded from the project area.</a:t>
            </a:r>
          </a:p>
        </p:txBody>
      </p:sp>
      <p:pic>
        <p:nvPicPr>
          <p:cNvPr id="14" name="Picture 13">
            <a:extLst>
              <a:ext uri="{FF2B5EF4-FFF2-40B4-BE49-F238E27FC236}">
                <a16:creationId xmlns:a16="http://schemas.microsoft.com/office/drawing/2014/main" id="{3FFA7D2A-324C-B33C-CD33-B20446640C70}"/>
              </a:ext>
            </a:extLst>
          </p:cNvPr>
          <p:cNvPicPr>
            <a:picLocks noChangeAspect="1"/>
          </p:cNvPicPr>
          <p:nvPr/>
        </p:nvPicPr>
        <p:blipFill>
          <a:blip r:embed="rId3"/>
          <a:stretch>
            <a:fillRect/>
          </a:stretch>
        </p:blipFill>
        <p:spPr>
          <a:xfrm>
            <a:off x="8663290" y="1935094"/>
            <a:ext cx="3277295" cy="2309003"/>
          </a:xfrm>
          <a:prstGeom prst="rect">
            <a:avLst/>
          </a:prstGeom>
        </p:spPr>
      </p:pic>
      <p:sp>
        <p:nvSpPr>
          <p:cNvPr id="22" name="TextBox 21">
            <a:extLst>
              <a:ext uri="{FF2B5EF4-FFF2-40B4-BE49-F238E27FC236}">
                <a16:creationId xmlns:a16="http://schemas.microsoft.com/office/drawing/2014/main" id="{10DA03FE-08FF-2220-7B52-0485840F44BA}"/>
              </a:ext>
            </a:extLst>
          </p:cNvPr>
          <p:cNvSpPr txBox="1"/>
          <p:nvPr/>
        </p:nvSpPr>
        <p:spPr bwMode="auto">
          <a:xfrm>
            <a:off x="8663290" y="1952740"/>
            <a:ext cx="2243249" cy="276999"/>
          </a:xfrm>
          <a:prstGeom prst="rect">
            <a:avLst/>
          </a:prstGeom>
          <a:noFill/>
          <a:ln w="9525" algn="ctr">
            <a:noFill/>
            <a:miter lim="800000"/>
            <a:headEnd/>
            <a:tailEnd/>
          </a:ln>
        </p:spPr>
        <p:txBody>
          <a:bodyPr wrap="square">
            <a:spAutoFit/>
          </a:bodyPr>
          <a:lstStyle/>
          <a:p>
            <a:r>
              <a:rPr lang="en-US" sz="1200" dirty="0">
                <a:solidFill>
                  <a:schemeClr val="bg1"/>
                </a:solidFill>
              </a:rPr>
              <a:t>Built pixels in Dynamic world</a:t>
            </a:r>
            <a:endParaRPr lang="en-GB" sz="1200" dirty="0">
              <a:solidFill>
                <a:schemeClr val="bg1"/>
              </a:solidFill>
            </a:endParaRPr>
          </a:p>
        </p:txBody>
      </p:sp>
      <p:sp>
        <p:nvSpPr>
          <p:cNvPr id="24" name="TextBox 23">
            <a:extLst>
              <a:ext uri="{FF2B5EF4-FFF2-40B4-BE49-F238E27FC236}">
                <a16:creationId xmlns:a16="http://schemas.microsoft.com/office/drawing/2014/main" id="{D81C0E08-DFE6-668E-CBD4-2B46D10B6A70}"/>
              </a:ext>
            </a:extLst>
          </p:cNvPr>
          <p:cNvSpPr txBox="1"/>
          <p:nvPr/>
        </p:nvSpPr>
        <p:spPr bwMode="auto">
          <a:xfrm>
            <a:off x="8663290" y="4331373"/>
            <a:ext cx="3277295" cy="276999"/>
          </a:xfrm>
          <a:prstGeom prst="rect">
            <a:avLst/>
          </a:prstGeom>
          <a:noFill/>
          <a:ln w="9525" algn="ctr">
            <a:noFill/>
            <a:miter lim="800000"/>
            <a:headEnd/>
            <a:tailEnd/>
          </a:ln>
        </p:spPr>
        <p:txBody>
          <a:bodyPr wrap="square">
            <a:spAutoFit/>
          </a:bodyPr>
          <a:lstStyle/>
          <a:p>
            <a:r>
              <a:rPr lang="en-US" sz="1200" dirty="0">
                <a:solidFill>
                  <a:schemeClr val="bg1"/>
                </a:solidFill>
              </a:rPr>
              <a:t>Result polygon removed from project area</a:t>
            </a:r>
            <a:endParaRPr lang="en-GB" sz="1200" dirty="0">
              <a:solidFill>
                <a:schemeClr val="bg1"/>
              </a:solidFill>
            </a:endParaRPr>
          </a:p>
        </p:txBody>
      </p:sp>
    </p:spTree>
    <p:extLst>
      <p:ext uri="{BB962C8B-B14F-4D97-AF65-F5344CB8AC3E}">
        <p14:creationId xmlns:p14="http://schemas.microsoft.com/office/powerpoint/2010/main" val="351771306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269E-9CD4-C8E1-13D4-BAD1C4477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9D8BD-AA88-261E-C976-B0077C4E1BB8}"/>
              </a:ext>
            </a:extLst>
          </p:cNvPr>
          <p:cNvSpPr>
            <a:spLocks noGrp="1"/>
          </p:cNvSpPr>
          <p:nvPr>
            <p:ph type="title"/>
          </p:nvPr>
        </p:nvSpPr>
        <p:spPr/>
        <p:txBody>
          <a:bodyPr/>
          <a:lstStyle/>
          <a:p>
            <a:r>
              <a:rPr lang="en-US" dirty="0"/>
              <a:t>Intersection with OSM data</a:t>
            </a:r>
            <a:endParaRPr lang="en-GB" dirty="0"/>
          </a:p>
        </p:txBody>
      </p:sp>
      <p:sp>
        <p:nvSpPr>
          <p:cNvPr id="4" name="Date Placeholder 3">
            <a:extLst>
              <a:ext uri="{FF2B5EF4-FFF2-40B4-BE49-F238E27FC236}">
                <a16:creationId xmlns:a16="http://schemas.microsoft.com/office/drawing/2014/main" id="{D3A195E7-9BA6-ED6A-D368-CE9920F8E878}"/>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D81ABBB2-AC00-2C00-8385-258C395EC1A2}"/>
              </a:ext>
            </a:extLst>
          </p:cNvPr>
          <p:cNvSpPr>
            <a:spLocks noGrp="1"/>
          </p:cNvSpPr>
          <p:nvPr>
            <p:ph type="sldNum" sz="quarter" idx="4"/>
          </p:nvPr>
        </p:nvSpPr>
        <p:spPr/>
        <p:txBody>
          <a:bodyPr/>
          <a:lstStyle/>
          <a:p>
            <a:fld id="{D32BAE6A-B452-4007-8177-56DD051636F9}" type="slidenum">
              <a:rPr lang="en-GB" noProof="1" smtClean="0"/>
              <a:pPr/>
              <a:t>12</a:t>
            </a:fld>
            <a:endParaRPr lang="en-GB" noProof="1"/>
          </a:p>
        </p:txBody>
      </p:sp>
      <p:sp>
        <p:nvSpPr>
          <p:cNvPr id="6" name="Footer Placeholder 5">
            <a:extLst>
              <a:ext uri="{FF2B5EF4-FFF2-40B4-BE49-F238E27FC236}">
                <a16:creationId xmlns:a16="http://schemas.microsoft.com/office/drawing/2014/main" id="{6A0F14AD-23C9-777D-0B44-6606629BA584}"/>
              </a:ext>
            </a:extLst>
          </p:cNvPr>
          <p:cNvSpPr>
            <a:spLocks noGrp="1"/>
          </p:cNvSpPr>
          <p:nvPr>
            <p:ph type="ftr" sz="quarter" idx="3"/>
          </p:nvPr>
        </p:nvSpPr>
        <p:spPr/>
        <p:txBody>
          <a:bodyPr/>
          <a:lstStyle/>
          <a:p>
            <a:pPr>
              <a:defRPr/>
            </a:pPr>
            <a:r>
              <a:rPr lang="en-GB" noProof="1"/>
              <a:t> </a:t>
            </a:r>
          </a:p>
        </p:txBody>
      </p:sp>
      <p:sp>
        <p:nvSpPr>
          <p:cNvPr id="10" name="Content Placeholder 2">
            <a:extLst>
              <a:ext uri="{FF2B5EF4-FFF2-40B4-BE49-F238E27FC236}">
                <a16:creationId xmlns:a16="http://schemas.microsoft.com/office/drawing/2014/main" id="{7BF1B767-7978-688F-2CA4-48C1B8624CC9}"/>
              </a:ext>
            </a:extLst>
          </p:cNvPr>
          <p:cNvSpPr txBox="1">
            <a:spLocks/>
          </p:cNvSpPr>
          <p:nvPr/>
        </p:nvSpPr>
        <p:spPr bwMode="auto">
          <a:xfrm>
            <a:off x="720000" y="1656000"/>
            <a:ext cx="8950343" cy="433646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sz="1400" dirty="0"/>
              <a:t>OpenStreetMap (OSM) data is crowd-sourced and its accuracy varies depending on local contributor activity. It is generally reliable in urban and densely populated areas, but coverage in rural or remote regions may be incomplete or outdated.</a:t>
            </a:r>
          </a:p>
          <a:p>
            <a:pPr marL="285750" indent="-285750">
              <a:buFont typeface="Arial" panose="020B0604020202020204" pitchFamily="34" charset="0"/>
              <a:buChar char="•"/>
            </a:pPr>
            <a:r>
              <a:rPr lang="en-US" sz="1400" dirty="0"/>
              <a:t>Intersections with buildings:</a:t>
            </a:r>
          </a:p>
          <a:p>
            <a:pPr marL="516150" lvl="1" indent="-285750">
              <a:buFont typeface="Arial" panose="020B0604020202020204" pitchFamily="34" charset="0"/>
              <a:buChar char="•"/>
            </a:pPr>
            <a:r>
              <a:rPr lang="en-US" sz="1400" dirty="0"/>
              <a:t>A total of 382 buildings from OpenStreetMap intersect with the project area.</a:t>
            </a:r>
          </a:p>
          <a:p>
            <a:pPr marL="516150" lvl="1" indent="-285750">
              <a:buFont typeface="Arial" panose="020B0604020202020204" pitchFamily="34" charset="0"/>
              <a:buChar char="•"/>
            </a:pPr>
            <a:r>
              <a:rPr lang="en-US" sz="1400" dirty="0"/>
              <a:t>Combined, these buildings cover less than 2 hectares.</a:t>
            </a:r>
          </a:p>
          <a:p>
            <a:pPr marL="516150" lvl="1" indent="-285750">
              <a:buFont typeface="Arial" panose="020B0604020202020204" pitchFamily="34" charset="0"/>
              <a:buChar char="•"/>
            </a:pPr>
            <a:r>
              <a:rPr lang="en-US" sz="1400" dirty="0"/>
              <a:t>Visual checks using satellite imagery confirm the presence of these buildings.</a:t>
            </a:r>
          </a:p>
          <a:p>
            <a:pPr marL="285750" indent="-285750">
              <a:buFont typeface="Arial" panose="020B0604020202020204" pitchFamily="34" charset="0"/>
              <a:buChar char="•"/>
            </a:pPr>
            <a:r>
              <a:rPr lang="en-US" sz="1400" dirty="0"/>
              <a:t>Intersections with roads:</a:t>
            </a:r>
          </a:p>
          <a:p>
            <a:pPr marL="516150" lvl="1" indent="-285750">
              <a:buFont typeface="Arial" panose="020B0604020202020204" pitchFamily="34" charset="0"/>
              <a:buChar char="•"/>
            </a:pPr>
            <a:r>
              <a:rPr lang="en-US" sz="1400" dirty="0"/>
              <a:t>Out of 848 polygons, approximately 270 intersect with roads, based on a 5-meter buffer analysis.</a:t>
            </a:r>
          </a:p>
          <a:p>
            <a:pPr marL="516150" lvl="1" indent="-285750">
              <a:buFont typeface="Arial" panose="020B0604020202020204" pitchFamily="34" charset="0"/>
              <a:buChar char="•"/>
            </a:pPr>
            <a:r>
              <a:rPr lang="en-US" sz="1400" dirty="0"/>
              <a:t>Most of these intersecting areas have already been excluded from the project area.</a:t>
            </a:r>
          </a:p>
          <a:p>
            <a:pPr marL="516150" lvl="1" indent="-285750">
              <a:buFont typeface="Arial" panose="020B0604020202020204" pitchFamily="34" charset="0"/>
              <a:buChar char="•"/>
            </a:pPr>
            <a:r>
              <a:rPr lang="en-US" sz="1400" dirty="0"/>
              <a:t>Satellite imagery confirms the presence of these roads on the ground.</a:t>
            </a:r>
          </a:p>
          <a:p>
            <a:pPr marL="285750" indent="-285750">
              <a:buFont typeface="Arial" panose="020B0604020202020204" pitchFamily="34" charset="0"/>
              <a:buChar char="•"/>
            </a:pPr>
            <a:r>
              <a:rPr lang="en-US" sz="1400" dirty="0"/>
              <a:t>Intersections with lakes and rivers</a:t>
            </a:r>
          </a:p>
          <a:p>
            <a:pPr marL="516150" lvl="1" indent="-285750">
              <a:buFont typeface="Arial" panose="020B0604020202020204" pitchFamily="34" charset="0"/>
              <a:buChar char="•"/>
            </a:pPr>
            <a:r>
              <a:rPr lang="en-US" sz="1400" dirty="0"/>
              <a:t>1 lake (less than 0.5 ha) intersects with 1 polygon.</a:t>
            </a:r>
          </a:p>
          <a:p>
            <a:pPr marL="516150" lvl="1" indent="-285750">
              <a:buFont typeface="Arial" panose="020B0604020202020204" pitchFamily="34" charset="0"/>
              <a:buChar char="•"/>
            </a:pPr>
            <a:r>
              <a:rPr lang="en-US" sz="1400" dirty="0"/>
              <a:t>1 river, buffered at 5 meters, intersects with 1 polygon.</a:t>
            </a:r>
          </a:p>
        </p:txBody>
      </p:sp>
      <p:pic>
        <p:nvPicPr>
          <p:cNvPr id="3" name="Picture 2">
            <a:extLst>
              <a:ext uri="{FF2B5EF4-FFF2-40B4-BE49-F238E27FC236}">
                <a16:creationId xmlns:a16="http://schemas.microsoft.com/office/drawing/2014/main" id="{F13046A7-D66F-20E2-391A-FD8D61FF4F84}"/>
              </a:ext>
            </a:extLst>
          </p:cNvPr>
          <p:cNvPicPr>
            <a:picLocks noChangeAspect="1"/>
          </p:cNvPicPr>
          <p:nvPr/>
        </p:nvPicPr>
        <p:blipFill>
          <a:blip r:embed="rId2"/>
          <a:stretch>
            <a:fillRect/>
          </a:stretch>
        </p:blipFill>
        <p:spPr>
          <a:xfrm>
            <a:off x="9833811" y="64009"/>
            <a:ext cx="2265597" cy="2118048"/>
          </a:xfrm>
          <a:prstGeom prst="rect">
            <a:avLst/>
          </a:prstGeom>
        </p:spPr>
      </p:pic>
      <p:pic>
        <p:nvPicPr>
          <p:cNvPr id="7" name="Picture 6">
            <a:extLst>
              <a:ext uri="{FF2B5EF4-FFF2-40B4-BE49-F238E27FC236}">
                <a16:creationId xmlns:a16="http://schemas.microsoft.com/office/drawing/2014/main" id="{B1587204-0642-44D8-409D-288289B94949}"/>
              </a:ext>
            </a:extLst>
          </p:cNvPr>
          <p:cNvPicPr>
            <a:picLocks noChangeAspect="1"/>
          </p:cNvPicPr>
          <p:nvPr/>
        </p:nvPicPr>
        <p:blipFill>
          <a:blip r:embed="rId3"/>
          <a:srcRect l="29183"/>
          <a:stretch>
            <a:fillRect/>
          </a:stretch>
        </p:blipFill>
        <p:spPr>
          <a:xfrm>
            <a:off x="9833810" y="2259195"/>
            <a:ext cx="2265597" cy="2397049"/>
          </a:xfrm>
          <a:prstGeom prst="rect">
            <a:avLst/>
          </a:prstGeom>
        </p:spPr>
      </p:pic>
      <p:pic>
        <p:nvPicPr>
          <p:cNvPr id="8" name="Picture 7">
            <a:extLst>
              <a:ext uri="{FF2B5EF4-FFF2-40B4-BE49-F238E27FC236}">
                <a16:creationId xmlns:a16="http://schemas.microsoft.com/office/drawing/2014/main" id="{73507D00-5DDA-BB00-C39A-A50D06BDADDC}"/>
              </a:ext>
            </a:extLst>
          </p:cNvPr>
          <p:cNvPicPr>
            <a:picLocks noChangeAspect="1"/>
          </p:cNvPicPr>
          <p:nvPr/>
        </p:nvPicPr>
        <p:blipFill>
          <a:blip r:embed="rId4"/>
          <a:stretch>
            <a:fillRect/>
          </a:stretch>
        </p:blipFill>
        <p:spPr>
          <a:xfrm>
            <a:off x="7756358" y="4731586"/>
            <a:ext cx="2019756" cy="2025776"/>
          </a:xfrm>
          <a:prstGeom prst="rect">
            <a:avLst/>
          </a:prstGeom>
        </p:spPr>
      </p:pic>
      <p:pic>
        <p:nvPicPr>
          <p:cNvPr id="9" name="Picture 8">
            <a:extLst>
              <a:ext uri="{FF2B5EF4-FFF2-40B4-BE49-F238E27FC236}">
                <a16:creationId xmlns:a16="http://schemas.microsoft.com/office/drawing/2014/main" id="{0F24E3D0-0ABA-8DD1-7036-E454B79851E7}"/>
              </a:ext>
            </a:extLst>
          </p:cNvPr>
          <p:cNvPicPr>
            <a:picLocks noChangeAspect="1"/>
          </p:cNvPicPr>
          <p:nvPr/>
        </p:nvPicPr>
        <p:blipFill>
          <a:blip r:embed="rId5"/>
          <a:stretch>
            <a:fillRect/>
          </a:stretch>
        </p:blipFill>
        <p:spPr>
          <a:xfrm>
            <a:off x="9860431" y="4733382"/>
            <a:ext cx="2265597" cy="2023980"/>
          </a:xfrm>
          <a:prstGeom prst="rect">
            <a:avLst/>
          </a:prstGeom>
        </p:spPr>
      </p:pic>
    </p:spTree>
    <p:extLst>
      <p:ext uri="{BB962C8B-B14F-4D97-AF65-F5344CB8AC3E}">
        <p14:creationId xmlns:p14="http://schemas.microsoft.com/office/powerpoint/2010/main" val="395283087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875A0-C6FB-DF76-268E-28C0E7995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EE7DB-096F-70CF-7EFC-F69D9D527748}"/>
              </a:ext>
            </a:extLst>
          </p:cNvPr>
          <p:cNvSpPr>
            <a:spLocks noGrp="1"/>
          </p:cNvSpPr>
          <p:nvPr>
            <p:ph type="title"/>
          </p:nvPr>
        </p:nvSpPr>
        <p:spPr/>
        <p:txBody>
          <a:bodyPr/>
          <a:lstStyle/>
          <a:p>
            <a:r>
              <a:rPr lang="en-US" dirty="0"/>
              <a:t>Organic soils</a:t>
            </a:r>
          </a:p>
        </p:txBody>
      </p:sp>
      <p:sp>
        <p:nvSpPr>
          <p:cNvPr id="3" name="Content Placeholder 2">
            <a:extLst>
              <a:ext uri="{FF2B5EF4-FFF2-40B4-BE49-F238E27FC236}">
                <a16:creationId xmlns:a16="http://schemas.microsoft.com/office/drawing/2014/main" id="{1B70DEB9-2203-6859-7AC6-489F75A233D7}"/>
              </a:ext>
            </a:extLst>
          </p:cNvPr>
          <p:cNvSpPr>
            <a:spLocks noGrp="1"/>
          </p:cNvSpPr>
          <p:nvPr>
            <p:ph sz="quarter" idx="11"/>
          </p:nvPr>
        </p:nvSpPr>
        <p:spPr>
          <a:xfrm>
            <a:off x="765174" y="1665288"/>
            <a:ext cx="10914063" cy="4694236"/>
          </a:xfrm>
        </p:spPr>
        <p:txBody>
          <a:bodyPr/>
          <a:lstStyle/>
          <a:p>
            <a:r>
              <a:rPr lang="en-US" sz="1400" dirty="0"/>
              <a:t>Potential ineligibility criteria related to organic soils were not reviewed, as suitable data for the project area was not available.</a:t>
            </a:r>
          </a:p>
          <a:p>
            <a:r>
              <a:rPr lang="en-US" sz="1400" dirty="0"/>
              <a:t>Further analysis may be required using specialized soil and hydrological datasets to assess these features accurately.</a:t>
            </a:r>
            <a:endParaRPr lang="en-GB" sz="1400" dirty="0"/>
          </a:p>
        </p:txBody>
      </p:sp>
      <p:sp>
        <p:nvSpPr>
          <p:cNvPr id="4" name="Date Placeholder 3">
            <a:extLst>
              <a:ext uri="{FF2B5EF4-FFF2-40B4-BE49-F238E27FC236}">
                <a16:creationId xmlns:a16="http://schemas.microsoft.com/office/drawing/2014/main" id="{3507B4EE-3274-676E-25B8-00368CE94B95}"/>
              </a:ext>
            </a:extLst>
          </p:cNvPr>
          <p:cNvSpPr>
            <a:spLocks noGrp="1"/>
          </p:cNvSpPr>
          <p:nvPr>
            <p:ph type="dt" sz="half" idx="2"/>
          </p:nvPr>
        </p:nvSpPr>
        <p:spPr/>
        <p:txBody>
          <a:bodyPr/>
          <a:lstStyle/>
          <a:p>
            <a:pPr>
              <a:defRPr/>
            </a:pPr>
            <a:r>
              <a:rPr lang="en-GB" noProof="1"/>
              <a:t>May 2023</a:t>
            </a:r>
          </a:p>
        </p:txBody>
      </p:sp>
      <p:sp>
        <p:nvSpPr>
          <p:cNvPr id="5" name="Slide Number Placeholder 4">
            <a:extLst>
              <a:ext uri="{FF2B5EF4-FFF2-40B4-BE49-F238E27FC236}">
                <a16:creationId xmlns:a16="http://schemas.microsoft.com/office/drawing/2014/main" id="{92477B37-08FE-E452-9D4E-975281E13696}"/>
              </a:ext>
            </a:extLst>
          </p:cNvPr>
          <p:cNvSpPr>
            <a:spLocks noGrp="1"/>
          </p:cNvSpPr>
          <p:nvPr>
            <p:ph type="sldNum" sz="quarter" idx="4"/>
          </p:nvPr>
        </p:nvSpPr>
        <p:spPr/>
        <p:txBody>
          <a:bodyPr/>
          <a:lstStyle/>
          <a:p>
            <a:fld id="{D32BAE6A-B452-4007-8177-56DD051636F9}" type="slidenum">
              <a:rPr lang="en-GB" noProof="1" smtClean="0"/>
              <a:pPr/>
              <a:t>13</a:t>
            </a:fld>
            <a:endParaRPr lang="en-GB" noProof="1"/>
          </a:p>
        </p:txBody>
      </p:sp>
      <p:sp>
        <p:nvSpPr>
          <p:cNvPr id="6" name="Footer Placeholder 5">
            <a:extLst>
              <a:ext uri="{FF2B5EF4-FFF2-40B4-BE49-F238E27FC236}">
                <a16:creationId xmlns:a16="http://schemas.microsoft.com/office/drawing/2014/main" id="{BA248F9B-D98C-ABCB-C04B-584783AEB178}"/>
              </a:ext>
            </a:extLst>
          </p:cNvPr>
          <p:cNvSpPr>
            <a:spLocks noGrp="1"/>
          </p:cNvSpPr>
          <p:nvPr>
            <p:ph type="ftr" sz="quarter" idx="3"/>
          </p:nvPr>
        </p:nvSpPr>
        <p:spPr/>
        <p:txBody>
          <a:bodyPr/>
          <a:lstStyle/>
          <a:p>
            <a:pPr>
              <a:defRPr/>
            </a:pPr>
            <a:r>
              <a:rPr lang="en-GB" noProof="1"/>
              <a:t> </a:t>
            </a:r>
          </a:p>
        </p:txBody>
      </p:sp>
    </p:spTree>
    <p:extLst>
      <p:ext uri="{BB962C8B-B14F-4D97-AF65-F5344CB8AC3E}">
        <p14:creationId xmlns:p14="http://schemas.microsoft.com/office/powerpoint/2010/main" val="17435028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heme/theme1.xml><?xml version="1.0" encoding="utf-8"?>
<a:theme xmlns:a="http://schemas.openxmlformats.org/drawingml/2006/main" name="Shell layouts with footer">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3C88"/>
      </a:hlink>
      <a:folHlink>
        <a:srgbClr val="003C88"/>
      </a:folHlink>
    </a:clrScheme>
    <a:fontScheme name="Shell Font Theme">
      <a:majorFont>
        <a:latin typeface="ShellHeavy"/>
        <a:ea typeface=""/>
        <a:cs typeface=""/>
      </a:majorFont>
      <a:minorFont>
        <a:latin typeface="Shell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lgn="ctr">
          <a:noFill/>
          <a:miter lim="800000"/>
          <a:headEnd/>
          <a:tailEnd/>
        </a:ln>
      </a:spPr>
      <a:bodyPr vert="horz" wrap="square" lIns="0" tIns="0" rIns="0" bIns="0" numCol="1" rtlCol="0" anchor="t" anchorCtr="0" compatLnSpc="1">
        <a:prstTxWarp prst="textNoShape">
          <a:avLst/>
        </a:prstTxWarp>
        <a:spAutoFit/>
      </a:bodyPr>
      <a:lstStyle>
        <a:defPPr marL="201613" indent="-201613" defTabSz="357708">
          <a:lnSpc>
            <a:spcPct val="140000"/>
          </a:lnSpc>
          <a:buClr>
            <a:schemeClr val="accent2"/>
          </a:buClr>
          <a:buSzPct val="85000"/>
          <a:buFont typeface="Wingdings" panose="05000000000000000000" pitchFamily="2" charset="2"/>
          <a:buChar char=""/>
          <a:defRPr sz="1600" dirty="0" err="1" smtClean="0"/>
        </a:defPPr>
      </a:lstStyle>
    </a:txDef>
  </a:objectDefaults>
  <a:extraClrSchemeLst/>
  <a:custClrLst>
    <a:custClr name="Shell-yellow">
      <a:srgbClr val="FBCE07"/>
    </a:custClr>
    <a:custClr name="Shell-yellow-60%">
      <a:srgbClr val="FDE26A"/>
    </a:custClr>
    <a:custClr name="Shell-yellow-40%">
      <a:srgbClr val="FDEB9C"/>
    </a:custClr>
    <a:custClr name="Shell-yellow-20%">
      <a:srgbClr val="FEF5CD"/>
    </a:custClr>
    <a:custClr name="Shell-yellow-20%">
      <a:srgbClr val="FEF5CD"/>
    </a:custClr>
    <a:custClr name="Shell-red">
      <a:srgbClr val="DD1D21"/>
    </a:custClr>
    <a:custClr name="Shell-red-60%">
      <a:srgbClr val="EB777A"/>
    </a:custClr>
    <a:custClr name="Shell-red-40%">
      <a:srgbClr val="F1A5A6"/>
    </a:custClr>
    <a:custClr name="Shell-red-20%">
      <a:srgbClr val="F8D2D3"/>
    </a:custClr>
    <a:custClr name="Shell-white">
      <a:srgbClr val="FFFFFF"/>
    </a:custClr>
    <a:custClr name="Shell-black">
      <a:srgbClr val="000000"/>
    </a:custClr>
    <a:custClr name="Shell-very dark grey">
      <a:srgbClr val="404040"/>
    </a:custClr>
    <a:custClr name="Shell-dark grey">
      <a:srgbClr val="595959"/>
    </a:custClr>
    <a:custClr name="Shell-mid grey">
      <a:srgbClr val="7F7F7F"/>
    </a:custClr>
    <a:custClr name="Shell-light grey">
      <a:srgbClr val="A6A6A6"/>
    </a:custClr>
    <a:custClr name="Shell-pale grey">
      <a:srgbClr val="D9D9D9"/>
    </a:custClr>
    <a:custClr name="Shell-very pale grey">
      <a:srgbClr val="F7F7F7"/>
    </a:custClr>
    <a:custClr name="Shell-dark blue">
      <a:srgbClr val="003C88"/>
    </a:custClr>
    <a:custClr name="Shell-dark blue-60%">
      <a:srgbClr val="668AB8"/>
    </a:custClr>
    <a:custClr name="Shell-dark blue-40%">
      <a:srgbClr val="99B1CF"/>
    </a:custClr>
    <a:custClr name="Shell-dark blue-20%">
      <a:srgbClr val="CCD8E7"/>
    </a:custClr>
    <a:custClr name="Shell-mid blue">
      <a:srgbClr val="009EB4"/>
    </a:custClr>
    <a:custClr name="Shell-mid blue-60%">
      <a:srgbClr val="66C5D2"/>
    </a:custClr>
    <a:custClr name="Shell-mid blue-40%">
      <a:srgbClr val="99D8E1"/>
    </a:custClr>
    <a:custClr name="Shell-mid blue-20%">
      <a:srgbClr val="CCECF0"/>
    </a:custClr>
    <a:custClr name="Shell-light blue">
      <a:srgbClr val="89CFDC"/>
    </a:custClr>
    <a:custClr name="Shell-light blue-60%">
      <a:srgbClr val="B8E2EA"/>
    </a:custClr>
    <a:custClr name="Shell-light blue-40%">
      <a:srgbClr val="D0ECF1"/>
    </a:custClr>
    <a:custClr name="Shell-light blue-20%">
      <a:srgbClr val="E7F5F8"/>
    </a:custClr>
    <a:custClr name="Shell-light green">
      <a:srgbClr val="BED50F"/>
    </a:custClr>
    <a:custClr name="Shell-light green-60%">
      <a:srgbClr val="D8E66F"/>
    </a:custClr>
    <a:custClr name="Shell-light green-40%">
      <a:srgbClr val="E5EE9F"/>
    </a:custClr>
    <a:custClr name="Shell-light green-20%">
      <a:srgbClr val="F2F7CF"/>
    </a:custClr>
    <a:custClr name="Shell-dark green">
      <a:srgbClr val="008443"/>
    </a:custClr>
    <a:custClr name="Shell-dark green-60%">
      <a:srgbClr val="66B58E"/>
    </a:custClr>
    <a:custClr name="Shell-dark green-40%">
      <a:srgbClr val="99CEB4"/>
    </a:custClr>
    <a:custClr name="Shell-dark green-20%">
      <a:srgbClr val="CCE6D9"/>
    </a:custClr>
    <a:custClr name="Shell-purple">
      <a:srgbClr val="641964"/>
    </a:custClr>
    <a:custClr name="Shell-purple-60%">
      <a:srgbClr val="A275A2"/>
    </a:custClr>
    <a:custClr name="Shell-purple-40%">
      <a:srgbClr val="C1A3C1"/>
    </a:custClr>
    <a:custClr name="Shell-purple-20%">
      <a:srgbClr val="E0D1E0"/>
    </a:custClr>
    <a:custClr name="Shell-lilac">
      <a:srgbClr val="BA95BE"/>
    </a:custClr>
    <a:custClr name="Shell-lilac-60%">
      <a:srgbClr val="D6BFD8"/>
    </a:custClr>
    <a:custClr name="Shell-lilac-40%">
      <a:srgbClr val="E3D5E5"/>
    </a:custClr>
    <a:custClr name="Shell-orange">
      <a:srgbClr val="EB8705"/>
    </a:custClr>
    <a:custClr name="Shell-orange-60%">
      <a:srgbClr val="F3B769"/>
    </a:custClr>
    <a:custClr name="Shell-orange-40%">
      <a:srgbClr val="F7CF9B"/>
    </a:custClr>
    <a:custClr name="Shell-brown">
      <a:srgbClr val="743410"/>
    </a:custClr>
    <a:custClr name="Shell-brown-60%">
      <a:srgbClr val="AC8570"/>
    </a:custClr>
    <a:custClr name="Shell-brown-40%">
      <a:srgbClr val="C7AE9F"/>
    </a:custClr>
    <a:custClr name="Shell-sand">
      <a:srgbClr val="FFEAC2"/>
    </a:custClr>
  </a:custClrLst>
  <a:extLst>
    <a:ext uri="{05A4C25C-085E-4340-85A3-A5531E510DB2}">
      <thm15:themeFamily xmlns:thm15="http://schemas.microsoft.com/office/thememl/2012/main" name="Onscreen;2057;Pos1;Date1;Widescreen Shell template - 16x9 V1-102.potx" id="{5A7BD8C3-2690-4C05-A145-19ADE4FBA848}" vid="{3B7C03BC-BD27-4D1F-8A34-1DD52275C4B5}"/>
    </a:ext>
  </a:extLst>
</a:theme>
</file>

<file path=ppt/theme/theme2.xml><?xml version="1.0" encoding="utf-8"?>
<a:theme xmlns:a="http://schemas.openxmlformats.org/drawingml/2006/main" name="Office Theme">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0000"/>
      </a:hlink>
      <a:folHlink>
        <a:srgbClr val="000000"/>
      </a:folHlink>
    </a:clrScheme>
    <a:fontScheme name="Office">
      <a:majorFont>
        <a:latin typeface="ShellMedium"/>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ShellMedium"/>
        <a:ea typeface=""/>
        <a:cs typeface=""/>
        <a:font script="Jpan" typeface="ＭＳ Ｐゴシック"/>
        <a:font script="Hang" typeface="맑은 고딕"/>
        <a:font script="Hans" typeface="宋体"/>
        <a:font script="Hant" typeface="新細明體"/>
        <a:font script="Arab" typeface="ShellMedium"/>
        <a:font script="Hebr" typeface="Shell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hellMedium"/>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0000"/>
      </a:hlink>
      <a:folHlink>
        <a:srgbClr val="000000"/>
      </a:folHlink>
    </a:clrScheme>
    <a:fontScheme name="Office">
      <a:majorFont>
        <a:latin typeface="ShellMedium"/>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ShellMedium"/>
        <a:ea typeface=""/>
        <a:cs typeface=""/>
        <a:font script="Jpan" typeface="ＭＳ Ｐゴシック"/>
        <a:font script="Hang" typeface="맑은 고딕"/>
        <a:font script="Hans" typeface="宋体"/>
        <a:font script="Hant" typeface="新細明體"/>
        <a:font script="Arab" typeface="ShellMedium"/>
        <a:font script="Hebr" typeface="Shell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hellMedium"/>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8D168DC40C3942A43D50C816FAF361" ma:contentTypeVersion="10" ma:contentTypeDescription="Create a new document." ma:contentTypeScope="" ma:versionID="a8ace9436fc5b203658347e70a5d72e4">
  <xsd:schema xmlns:xsd="http://www.w3.org/2001/XMLSchema" xmlns:xs="http://www.w3.org/2001/XMLSchema" xmlns:p="http://schemas.microsoft.com/office/2006/metadata/properties" xmlns:ns2="6edfdcef-9c9d-4926-9184-283e21d11203" xmlns:ns3="1ce5d4b1-18fa-4b38-b68c-0cc1fd1e9d12" targetNamespace="http://schemas.microsoft.com/office/2006/metadata/properties" ma:root="true" ma:fieldsID="bed4ce7f41f5bbd0cbe1c2f548a41d94" ns2:_="" ns3:_="">
    <xsd:import namespace="6edfdcef-9c9d-4926-9184-283e21d11203"/>
    <xsd:import namespace="1ce5d4b1-18fa-4b38-b68c-0cc1fd1e9d1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fdcef-9c9d-4926-9184-283e21d112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ea62546-9a84-4e65-bac5-7de6b915038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ce5d4b1-18fa-4b38-b68c-0cc1fd1e9d1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03d4992-1737-43fc-a999-578cf4ddb52e}" ma:internalName="TaxCatchAll" ma:showField="CatchAllData" ma:web="1ce5d4b1-18fa-4b38-b68c-0cc1fd1e9d1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dfdcef-9c9d-4926-9184-283e21d11203">
      <Terms xmlns="http://schemas.microsoft.com/office/infopath/2007/PartnerControls"/>
    </lcf76f155ced4ddcb4097134ff3c332f>
    <TaxCatchAll xmlns="1ce5d4b1-18fa-4b38-b68c-0cc1fd1e9d1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32863810-5DFC-4975-9FA6-A31FD18D658C}"/>
</file>

<file path=customXml/itemProps2.xml><?xml version="1.0" encoding="utf-8"?>
<ds:datastoreItem xmlns:ds="http://schemas.openxmlformats.org/officeDocument/2006/customXml" ds:itemID="{B139193F-3AF6-4F03-9DDD-7828CABA94F7}">
  <ds:schemaRefs>
    <ds:schemaRef ds:uri="http://schemas.microsoft.com/office/2006/metadata/properties"/>
    <ds:schemaRef ds:uri="http://schemas.microsoft.com/office/infopath/2007/PartnerControls"/>
    <ds:schemaRef ds:uri="http://schemas.microsoft.com/sharepoint/v3"/>
    <ds:schemaRef ds:uri="5328b348-253e-4833-881d-b7261eeb79db"/>
    <ds:schemaRef ds:uri="http://schemas.microsoft.com/sharepoint/v4"/>
    <ds:schemaRef ds:uri="72b5cb62-ce50-4cf6-a6de-59f3b061a7a5"/>
  </ds:schemaRefs>
</ds:datastoreItem>
</file>

<file path=customXml/itemProps3.xml><?xml version="1.0" encoding="utf-8"?>
<ds:datastoreItem xmlns:ds="http://schemas.openxmlformats.org/officeDocument/2006/customXml" ds:itemID="{3EBC8B8A-2C87-48ED-A6FD-8C77C268F0FB}">
  <ds:schemaRefs>
    <ds:schemaRef ds:uri="http://schemas.microsoft.com/sharepoint/v3/contenttype/forms"/>
  </ds:schemaRefs>
</ds:datastoreItem>
</file>

<file path=customXml/itemProps4.xml><?xml version="1.0" encoding="utf-8"?>
<ds:datastoreItem xmlns:ds="http://schemas.openxmlformats.org/officeDocument/2006/customXml" ds:itemID="{4A4063B1-154C-47A8-9645-8A8911F465EC}">
  <ds:schemaRefs>
    <ds:schemaRef ds:uri="http://schemas.microsoft.com/sharepoint/events"/>
  </ds:schemaRefs>
</ds:datastoreItem>
</file>

<file path=docMetadata/LabelInfo.xml><?xml version="1.0" encoding="utf-8"?>
<clbl:labelList xmlns:clbl="http://schemas.microsoft.com/office/2020/mipLabelMetadata">
  <clbl:label id="{d0cb1e24-a0e2-4a4c-9340-733297c9cd7c}" enabled="1" method="Privileged" siteId="{db1e96a8-a3da-442a-930b-235cac24cd5c}" contentBits="0" removed="0"/>
</clbl:labelList>
</file>

<file path=docProps/app.xml><?xml version="1.0" encoding="utf-8"?>
<Properties xmlns="http://schemas.openxmlformats.org/officeDocument/2006/extended-properties" xmlns:vt="http://schemas.openxmlformats.org/officeDocument/2006/docPropsVTypes">
  <Template>Onscreen;2057;Pos1;Date1;Widescreen Shell template - 16x9 V1-102</Template>
  <TotalTime>0</TotalTime>
  <Words>1372</Words>
  <Application>Microsoft Office PowerPoint</Application>
  <PresentationFormat>Widescreen</PresentationFormat>
  <Paragraphs>158</Paragraphs>
  <Slides>14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Wingdings</vt:lpstr>
      <vt:lpstr>Arial</vt:lpstr>
      <vt:lpstr>ShellMedium</vt:lpstr>
      <vt:lpstr>ShellHeavy</vt:lpstr>
      <vt:lpstr>Shell layouts with footer</vt:lpstr>
      <vt:lpstr>Tausi</vt:lpstr>
      <vt:lpstr>Request: Spatial assessment on project areas</vt:lpstr>
      <vt:lpstr>Summary of Analysis</vt:lpstr>
      <vt:lpstr>Summary in hectares</vt:lpstr>
      <vt:lpstr>Conclusion</vt:lpstr>
      <vt:lpstr>PowerPoint Presentation</vt:lpstr>
      <vt:lpstr>Tidal wetland mapping (ineligibility criteria)</vt:lpstr>
      <vt:lpstr>Forest over past 10 years (Hansen)</vt:lpstr>
      <vt:lpstr>Continuous non-forest over past 10 years (Hansen)</vt:lpstr>
      <vt:lpstr>Landcover (Dynamic World)</vt:lpstr>
      <vt:lpstr>Excluding Built-Up Areas (Dynamic World) from the Project Area</vt:lpstr>
      <vt:lpstr>Intersection with OSM data</vt:lpstr>
      <vt:lpstr>Organic soils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Uganda Tausi Spatial analysis September 2025</dc:title>
  <dc:creator>Immens, Arjanne HI SIEP-IGS/N/D/G</dc:creator>
  <cp:lastModifiedBy>Murray, John B SI-DRD/N/DT</cp:lastModifiedBy>
  <cp:revision>22</cp:revision>
  <dcterms:created xsi:type="dcterms:W3CDTF">2023-05-09T07:48:21Z</dcterms:created>
  <dcterms:modified xsi:type="dcterms:W3CDTF">2025-09-04T13:50:27Z</dcterms:modified>
  <cp:category>Shell_IC: INTERNAL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6</vt:i4>
  </property>
  <property fmtid="{D5CDD505-2E9C-101B-9397-08002B2CF9AE}" pid="4" name="ContentTypeId">
    <vt:lpwstr>0x0101005C8D168DC40C3942A43D50C816FAF361</vt:lpwstr>
  </property>
  <property fmtid="{D5CDD505-2E9C-101B-9397-08002B2CF9AE}" pid="5" name="SAEFExportControlClassification">
    <vt:lpwstr>9;#Non-US content - Non Controlled|2ac8835e-0587-4096-a6e2-1f68da1e6cb3</vt:lpwstr>
  </property>
  <property fmtid="{D5CDD505-2E9C-101B-9397-08002B2CF9AE}" pid="6" name="SAEFBusinessUnitRegion">
    <vt:lpwstr>2;#Integrated Gas &amp; New Energy|b24d7756-098e-45bb-b74b-9e38f624bd27</vt:lpwstr>
  </property>
  <property fmtid="{D5CDD505-2E9C-101B-9397-08002B2CF9AE}" pid="7" name="SAEFDocumentType">
    <vt:lpwstr>18;#Project Management [ARM]|ac761c4b-bc6d-4e88-89a8-4dc7264e06ea</vt:lpwstr>
  </property>
  <property fmtid="{D5CDD505-2E9C-101B-9397-08002B2CF9AE}" pid="8" name="SAEFLanguage">
    <vt:lpwstr>6;#English|bd3ad5ee-f0c3-40aa-8cc8-36ef09940af3</vt:lpwstr>
  </property>
  <property fmtid="{D5CDD505-2E9C-101B-9397-08002B2CF9AE}" pid="9" name="_dlc_DocIdItemGuid">
    <vt:lpwstr>2f6985f6-bad5-47b8-a105-3b7fc1ca0452</vt:lpwstr>
  </property>
  <property fmtid="{D5CDD505-2E9C-101B-9397-08002B2CF9AE}" pid="10" name="SAEFSecurityClassification">
    <vt:lpwstr>8;#Internal|21aa7f98-4035-4019-a764-107acb7269af</vt:lpwstr>
  </property>
  <property fmtid="{D5CDD505-2E9C-101B-9397-08002B2CF9AE}" pid="11" name="SAEFBusiness">
    <vt:lpwstr>1;#Upstream International|dabf15d9-4f75-4ed1-b8a1-a0c3e2a85888</vt:lpwstr>
  </property>
  <property fmtid="{D5CDD505-2E9C-101B-9397-08002B2CF9AE}" pid="12" name="SAEFBusinessProcess">
    <vt:lpwstr>10;#All - Records Management|1f68a0f2-47ab-4887-8df5-7c0616d5ad90</vt:lpwstr>
  </property>
  <property fmtid="{D5CDD505-2E9C-101B-9397-08002B2CF9AE}" pid="13" name="SAEFGlobalFunction">
    <vt:lpwstr>3;#Sustainable Development|2fbcccf5-c9b5-4b2d-984f-9a9b70c47e11</vt:lpwstr>
  </property>
  <property fmtid="{D5CDD505-2E9C-101B-9397-08002B2CF9AE}" pid="14" name="SAEFLegalEntity">
    <vt:lpwstr>4;#Shell International Exploration And Production B.V.|cbb4860b-b2d9-440c-a66e-143cae63fc13</vt:lpwstr>
  </property>
  <property fmtid="{D5CDD505-2E9C-101B-9397-08002B2CF9AE}" pid="15" name="SAEFDocumentStatus">
    <vt:lpwstr>11;#Draft|1c86f377-7d91-4c95-bd5b-c18c83fe0aa5</vt:lpwstr>
  </property>
  <property fmtid="{D5CDD505-2E9C-101B-9397-08002B2CF9AE}" pid="16" name="SAEFCountryOfJurisdiction">
    <vt:lpwstr>7;#NETHERLANDS|54565ecb-470f-40ea-a584-819150a65a13</vt:lpwstr>
  </property>
  <property fmtid="{D5CDD505-2E9C-101B-9397-08002B2CF9AE}" pid="17" name="MediaServiceImageTags">
    <vt:lpwstr/>
  </property>
</Properties>
</file>